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4"/>
  </p:sldMasterIdLst>
  <p:notesMasterIdLst>
    <p:notesMasterId r:id="rId23"/>
  </p:notesMasterIdLst>
  <p:handoutMasterIdLst>
    <p:handoutMasterId r:id="rId24"/>
  </p:handoutMasterIdLst>
  <p:sldIdLst>
    <p:sldId id="1497" r:id="rId5"/>
    <p:sldId id="1498" r:id="rId6"/>
    <p:sldId id="1499" r:id="rId7"/>
    <p:sldId id="1517" r:id="rId8"/>
    <p:sldId id="1519" r:id="rId9"/>
    <p:sldId id="1520" r:id="rId10"/>
    <p:sldId id="1521" r:id="rId11"/>
    <p:sldId id="1518" r:id="rId12"/>
    <p:sldId id="1502" r:id="rId13"/>
    <p:sldId id="1522" r:id="rId14"/>
    <p:sldId id="1503" r:id="rId15"/>
    <p:sldId id="1504" r:id="rId16"/>
    <p:sldId id="1505" r:id="rId17"/>
    <p:sldId id="1506" r:id="rId18"/>
    <p:sldId id="1508" r:id="rId19"/>
    <p:sldId id="1515" r:id="rId20"/>
    <p:sldId id="1516" r:id="rId21"/>
    <p:sldId id="151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DC3CAF61-3D39-8A1C-6AB6-F5CBCFCBEA47}" name="Vanessa Buzgheia (ALLEGIS GROUP HOLDINGS INC)" initials="" userId="S::v-vabuzgheia@microsoft.com::f3934b54-4599-40d0-96a8-d6208686f730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18FABB-3362-4BE2-9692-2DF425680C71}" v="36" dt="2025-09-04T08:37:45.741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115" y="6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IKA MISHRA" userId="e15a4d9ab7ccede7" providerId="LiveId" clId="{5B18FABB-3362-4BE2-9692-2DF425680C71}"/>
    <pc:docChg chg="undo custSel addSld modSld">
      <pc:chgData name="RISHIKA MISHRA" userId="e15a4d9ab7ccede7" providerId="LiveId" clId="{5B18FABB-3362-4BE2-9692-2DF425680C71}" dt="2025-09-04T08:37:58.952" v="777" actId="1076"/>
      <pc:docMkLst>
        <pc:docMk/>
      </pc:docMkLst>
      <pc:sldChg chg="modSp mod">
        <pc:chgData name="RISHIKA MISHRA" userId="e15a4d9ab7ccede7" providerId="LiveId" clId="{5B18FABB-3362-4BE2-9692-2DF425680C71}" dt="2025-09-04T07:40:26.298" v="462" actId="115"/>
        <pc:sldMkLst>
          <pc:docMk/>
          <pc:sldMk cId="1773831372" sldId="1497"/>
        </pc:sldMkLst>
        <pc:spChg chg="mod">
          <ac:chgData name="RISHIKA MISHRA" userId="e15a4d9ab7ccede7" providerId="LiveId" clId="{5B18FABB-3362-4BE2-9692-2DF425680C71}" dt="2025-09-04T07:40:26.298" v="462" actId="115"/>
          <ac:spMkLst>
            <pc:docMk/>
            <pc:sldMk cId="1773831372" sldId="1497"/>
            <ac:spMk id="3" creationId="{363CF5F8-0028-8636-5006-5D5C52B32774}"/>
          </ac:spMkLst>
        </pc:spChg>
        <pc:spChg chg="mod">
          <ac:chgData name="RISHIKA MISHRA" userId="e15a4d9ab7ccede7" providerId="LiveId" clId="{5B18FABB-3362-4BE2-9692-2DF425680C71}" dt="2025-09-04T07:40:16.348" v="461" actId="115"/>
          <ac:spMkLst>
            <pc:docMk/>
            <pc:sldMk cId="1773831372" sldId="1497"/>
            <ac:spMk id="4" creationId="{A51BF5C5-307E-45A3-658F-14EB8B362156}"/>
          </ac:spMkLst>
        </pc:spChg>
      </pc:sldChg>
      <pc:sldChg chg="addSp delSp modSp mod">
        <pc:chgData name="RISHIKA MISHRA" userId="e15a4d9ab7ccede7" providerId="LiveId" clId="{5B18FABB-3362-4BE2-9692-2DF425680C71}" dt="2025-09-04T08:35:09.495" v="761" actId="14100"/>
        <pc:sldMkLst>
          <pc:docMk/>
          <pc:sldMk cId="1858387724" sldId="1502"/>
        </pc:sldMkLst>
        <pc:spChg chg="del mod">
          <ac:chgData name="RISHIKA MISHRA" userId="e15a4d9ab7ccede7" providerId="LiveId" clId="{5B18FABB-3362-4BE2-9692-2DF425680C71}" dt="2025-09-04T07:21:50.257" v="50"/>
          <ac:spMkLst>
            <pc:docMk/>
            <pc:sldMk cId="1858387724" sldId="1502"/>
            <ac:spMk id="3" creationId="{DD0D18EB-C3C0-B21D-25B6-295AF25B183F}"/>
          </ac:spMkLst>
        </pc:spChg>
        <pc:spChg chg="del mod">
          <ac:chgData name="RISHIKA MISHRA" userId="e15a4d9ab7ccede7" providerId="LiveId" clId="{5B18FABB-3362-4BE2-9692-2DF425680C71}" dt="2025-09-04T07:21:50.249" v="34"/>
          <ac:spMkLst>
            <pc:docMk/>
            <pc:sldMk cId="1858387724" sldId="1502"/>
            <ac:spMk id="5" creationId="{927CDC82-3B66-7199-D5B8-FDDF0ACD98F2}"/>
          </ac:spMkLst>
        </pc:spChg>
        <pc:spChg chg="del mod">
          <ac:chgData name="RISHIKA MISHRA" userId="e15a4d9ab7ccede7" providerId="LiveId" clId="{5B18FABB-3362-4BE2-9692-2DF425680C71}" dt="2025-09-04T07:21:50.254" v="42"/>
          <ac:spMkLst>
            <pc:docMk/>
            <pc:sldMk cId="1858387724" sldId="1502"/>
            <ac:spMk id="6" creationId="{9DAB1A48-3770-4B59-F17D-AAFC250C9290}"/>
          </ac:spMkLst>
        </pc:spChg>
        <pc:spChg chg="del mod">
          <ac:chgData name="RISHIKA MISHRA" userId="e15a4d9ab7ccede7" providerId="LiveId" clId="{5B18FABB-3362-4BE2-9692-2DF425680C71}" dt="2025-09-04T07:21:50.254" v="44"/>
          <ac:spMkLst>
            <pc:docMk/>
            <pc:sldMk cId="1858387724" sldId="1502"/>
            <ac:spMk id="7" creationId="{23FDAE7B-D237-01AC-1CF1-D656E0EC0BFD}"/>
          </ac:spMkLst>
        </pc:spChg>
        <pc:spChg chg="del mod">
          <ac:chgData name="RISHIKA MISHRA" userId="e15a4d9ab7ccede7" providerId="LiveId" clId="{5B18FABB-3362-4BE2-9692-2DF425680C71}" dt="2025-09-04T07:21:50.248" v="32"/>
          <ac:spMkLst>
            <pc:docMk/>
            <pc:sldMk cId="1858387724" sldId="1502"/>
            <ac:spMk id="10" creationId="{52ED64AB-C0E8-F872-FB0D-26678F886B20}"/>
          </ac:spMkLst>
        </pc:spChg>
        <pc:spChg chg="add mod">
          <ac:chgData name="RISHIKA MISHRA" userId="e15a4d9ab7ccede7" providerId="LiveId" clId="{5B18FABB-3362-4BE2-9692-2DF425680C71}" dt="2025-09-04T08:27:53.894" v="686" actId="14100"/>
          <ac:spMkLst>
            <pc:docMk/>
            <pc:sldMk cId="1858387724" sldId="1502"/>
            <ac:spMk id="11" creationId="{A7F5AE34-32DC-EECB-D8EA-685CE9170C56}"/>
          </ac:spMkLst>
        </pc:spChg>
        <pc:spChg chg="del mod">
          <ac:chgData name="RISHIKA MISHRA" userId="e15a4d9ab7ccede7" providerId="LiveId" clId="{5B18FABB-3362-4BE2-9692-2DF425680C71}" dt="2025-09-04T07:21:50.250" v="36"/>
          <ac:spMkLst>
            <pc:docMk/>
            <pc:sldMk cId="1858387724" sldId="1502"/>
            <ac:spMk id="12" creationId="{74DEAE69-2DFB-4F6F-24DF-941A04C83954}"/>
          </ac:spMkLst>
        </pc:spChg>
        <pc:spChg chg="del mod">
          <ac:chgData name="RISHIKA MISHRA" userId="e15a4d9ab7ccede7" providerId="LiveId" clId="{5B18FABB-3362-4BE2-9692-2DF425680C71}" dt="2025-09-04T07:21:50.255" v="46"/>
          <ac:spMkLst>
            <pc:docMk/>
            <pc:sldMk cId="1858387724" sldId="1502"/>
            <ac:spMk id="13" creationId="{8012316C-B2C2-F1EC-978B-D9DA107B487E}"/>
          </ac:spMkLst>
        </pc:spChg>
        <pc:spChg chg="del mod">
          <ac:chgData name="RISHIKA MISHRA" userId="e15a4d9ab7ccede7" providerId="LiveId" clId="{5B18FABB-3362-4BE2-9692-2DF425680C71}" dt="2025-09-04T07:21:50.251" v="38"/>
          <ac:spMkLst>
            <pc:docMk/>
            <pc:sldMk cId="1858387724" sldId="1502"/>
            <ac:spMk id="14" creationId="{0B462D65-6A8E-9F4F-7639-A12475EDE363}"/>
          </ac:spMkLst>
        </pc:spChg>
        <pc:spChg chg="del mod">
          <ac:chgData name="RISHIKA MISHRA" userId="e15a4d9ab7ccede7" providerId="LiveId" clId="{5B18FABB-3362-4BE2-9692-2DF425680C71}" dt="2025-09-04T07:21:50.256" v="48"/>
          <ac:spMkLst>
            <pc:docMk/>
            <pc:sldMk cId="1858387724" sldId="1502"/>
            <ac:spMk id="15" creationId="{F5A2B62C-140F-765F-FFE9-50D50B623FB6}"/>
          </ac:spMkLst>
        </pc:spChg>
        <pc:spChg chg="del mod">
          <ac:chgData name="RISHIKA MISHRA" userId="e15a4d9ab7ccede7" providerId="LiveId" clId="{5B18FABB-3362-4BE2-9692-2DF425680C71}" dt="2025-09-04T07:21:50.252" v="40"/>
          <ac:spMkLst>
            <pc:docMk/>
            <pc:sldMk cId="1858387724" sldId="1502"/>
            <ac:spMk id="16" creationId="{D8F1942F-5EB8-018D-CF94-A0F381C38C0A}"/>
          </ac:spMkLst>
        </pc:spChg>
        <pc:spChg chg="add del mod">
          <ac:chgData name="RISHIKA MISHRA" userId="e15a4d9ab7ccede7" providerId="LiveId" clId="{5B18FABB-3362-4BE2-9692-2DF425680C71}" dt="2025-09-04T07:22:57.890" v="62"/>
          <ac:spMkLst>
            <pc:docMk/>
            <pc:sldMk cId="1858387724" sldId="1502"/>
            <ac:spMk id="18" creationId="{DD464795-CE90-68BC-E905-24A2988536BE}"/>
          </ac:spMkLst>
        </pc:spChg>
        <pc:spChg chg="add del mod">
          <ac:chgData name="RISHIKA MISHRA" userId="e15a4d9ab7ccede7" providerId="LiveId" clId="{5B18FABB-3362-4BE2-9692-2DF425680C71}" dt="2025-09-04T07:29:34.521" v="155"/>
          <ac:spMkLst>
            <pc:docMk/>
            <pc:sldMk cId="1858387724" sldId="1502"/>
            <ac:spMk id="20" creationId="{7FAA6258-8344-F16F-56BB-119679BB3407}"/>
          </ac:spMkLst>
        </pc:spChg>
        <pc:spChg chg="add mod">
          <ac:chgData name="RISHIKA MISHRA" userId="e15a4d9ab7ccede7" providerId="LiveId" clId="{5B18FABB-3362-4BE2-9692-2DF425680C71}" dt="2025-09-04T08:28:49.952" v="700" actId="1076"/>
          <ac:spMkLst>
            <pc:docMk/>
            <pc:sldMk cId="1858387724" sldId="1502"/>
            <ac:spMk id="21" creationId="{863084A5-181C-378F-F95C-94C53A48445E}"/>
          </ac:spMkLst>
        </pc:spChg>
        <pc:spChg chg="add mod">
          <ac:chgData name="RISHIKA MISHRA" userId="e15a4d9ab7ccede7" providerId="LiveId" clId="{5B18FABB-3362-4BE2-9692-2DF425680C71}" dt="2025-09-04T08:33:44.185" v="746" actId="1076"/>
          <ac:spMkLst>
            <pc:docMk/>
            <pc:sldMk cId="1858387724" sldId="1502"/>
            <ac:spMk id="22" creationId="{1519F382-8A42-339C-5C32-C5A91C169BBD}"/>
          </ac:spMkLst>
        </pc:spChg>
        <pc:spChg chg="add mod">
          <ac:chgData name="RISHIKA MISHRA" userId="e15a4d9ab7ccede7" providerId="LiveId" clId="{5B18FABB-3362-4BE2-9692-2DF425680C71}" dt="2025-09-04T08:35:01.198" v="758" actId="1076"/>
          <ac:spMkLst>
            <pc:docMk/>
            <pc:sldMk cId="1858387724" sldId="1502"/>
            <ac:spMk id="25" creationId="{49149403-A477-C3CA-A476-8174A4ECB5C0}"/>
          </ac:spMkLst>
        </pc:spChg>
        <pc:spChg chg="add del mod">
          <ac:chgData name="RISHIKA MISHRA" userId="e15a4d9ab7ccede7" providerId="LiveId" clId="{5B18FABB-3362-4BE2-9692-2DF425680C71}" dt="2025-09-04T07:39:14.042" v="458"/>
          <ac:spMkLst>
            <pc:docMk/>
            <pc:sldMk cId="1858387724" sldId="1502"/>
            <ac:spMk id="26" creationId="{555ECE1D-4400-B1C2-559C-4DB78242510C}"/>
          </ac:spMkLst>
        </pc:spChg>
        <pc:spChg chg="add mod">
          <ac:chgData name="RISHIKA MISHRA" userId="e15a4d9ab7ccede7" providerId="LiveId" clId="{5B18FABB-3362-4BE2-9692-2DF425680C71}" dt="2025-09-04T08:34:53.641" v="756" actId="1076"/>
          <ac:spMkLst>
            <pc:docMk/>
            <pc:sldMk cId="1858387724" sldId="1502"/>
            <ac:spMk id="29" creationId="{C48D4CCD-760D-9483-0D5F-A4F244AA3040}"/>
          </ac:spMkLst>
        </pc:spChg>
        <pc:picChg chg="add mod">
          <ac:chgData name="RISHIKA MISHRA" userId="e15a4d9ab7ccede7" providerId="LiveId" clId="{5B18FABB-3362-4BE2-9692-2DF425680C71}" dt="2025-09-04T08:28:54.247" v="701" actId="1076"/>
          <ac:picMkLst>
            <pc:docMk/>
            <pc:sldMk cId="1858387724" sldId="1502"/>
            <ac:picMk id="4" creationId="{6BDA2D60-3FEB-7AA2-D929-5FFE62470967}"/>
          </ac:picMkLst>
        </pc:picChg>
        <pc:picChg chg="add del mod">
          <ac:chgData name="RISHIKA MISHRA" userId="e15a4d9ab7ccede7" providerId="LiveId" clId="{5B18FABB-3362-4BE2-9692-2DF425680C71}" dt="2025-09-04T07:29:10.632" v="149" actId="478"/>
          <ac:picMkLst>
            <pc:docMk/>
            <pc:sldMk cId="1858387724" sldId="1502"/>
            <ac:picMk id="17" creationId="{4A4489EF-DD5B-98F9-68A8-FA5FE08A5616}"/>
          </ac:picMkLst>
        </pc:picChg>
        <pc:picChg chg="add mod">
          <ac:chgData name="RISHIKA MISHRA" userId="e15a4d9ab7ccede7" providerId="LiveId" clId="{5B18FABB-3362-4BE2-9692-2DF425680C71}" dt="2025-09-04T07:22:57.884" v="60"/>
          <ac:picMkLst>
            <pc:docMk/>
            <pc:sldMk cId="1858387724" sldId="1502"/>
            <ac:picMk id="19" creationId="{5F073791-A8EE-060C-AA1C-D59E62D6C561}"/>
          </ac:picMkLst>
        </pc:picChg>
        <pc:picChg chg="add mod">
          <ac:chgData name="RISHIKA MISHRA" userId="e15a4d9ab7ccede7" providerId="LiveId" clId="{5B18FABB-3362-4BE2-9692-2DF425680C71}" dt="2025-09-04T08:35:09.495" v="761" actId="14100"/>
          <ac:picMkLst>
            <pc:docMk/>
            <pc:sldMk cId="1858387724" sldId="1502"/>
            <ac:picMk id="23" creationId="{DB0D436D-EBE9-44B8-A727-A9D82E5D1AC0}"/>
          </ac:picMkLst>
        </pc:picChg>
        <pc:picChg chg="add mod">
          <ac:chgData name="RISHIKA MISHRA" userId="e15a4d9ab7ccede7" providerId="LiveId" clId="{5B18FABB-3362-4BE2-9692-2DF425680C71}" dt="2025-09-04T08:34:11.134" v="751" actId="1076"/>
          <ac:picMkLst>
            <pc:docMk/>
            <pc:sldMk cId="1858387724" sldId="1502"/>
            <ac:picMk id="27" creationId="{86342D35-29E2-C264-71CE-1775E744EBF0}"/>
          </ac:picMkLst>
        </pc:picChg>
      </pc:sldChg>
      <pc:sldChg chg="addSp delSp modSp mod">
        <pc:chgData name="RISHIKA MISHRA" userId="e15a4d9ab7ccede7" providerId="LiveId" clId="{5B18FABB-3362-4BE2-9692-2DF425680C71}" dt="2025-09-04T08:37:58.952" v="777" actId="1076"/>
        <pc:sldMkLst>
          <pc:docMk/>
          <pc:sldMk cId="1135043495" sldId="1506"/>
        </pc:sldMkLst>
        <pc:picChg chg="add mod">
          <ac:chgData name="RISHIKA MISHRA" userId="e15a4d9ab7ccede7" providerId="LiveId" clId="{5B18FABB-3362-4BE2-9692-2DF425680C71}" dt="2025-09-04T08:37:20.616" v="773" actId="14100"/>
          <ac:picMkLst>
            <pc:docMk/>
            <pc:sldMk cId="1135043495" sldId="1506"/>
            <ac:picMk id="3" creationId="{93A0861A-3997-7D8B-B146-4489F9F19489}"/>
          </ac:picMkLst>
        </pc:picChg>
        <pc:picChg chg="add mod">
          <ac:chgData name="RISHIKA MISHRA" userId="e15a4d9ab7ccede7" providerId="LiveId" clId="{5B18FABB-3362-4BE2-9692-2DF425680C71}" dt="2025-09-04T08:37:58.952" v="777" actId="1076"/>
          <ac:picMkLst>
            <pc:docMk/>
            <pc:sldMk cId="1135043495" sldId="1506"/>
            <ac:picMk id="5" creationId="{EE89FC06-D708-F740-9B28-880CAA3EC701}"/>
          </ac:picMkLst>
        </pc:picChg>
        <pc:picChg chg="del">
          <ac:chgData name="RISHIKA MISHRA" userId="e15a4d9ab7ccede7" providerId="LiveId" clId="{5B18FABB-3362-4BE2-9692-2DF425680C71}" dt="2025-09-04T08:35:53.544" v="762" actId="478"/>
          <ac:picMkLst>
            <pc:docMk/>
            <pc:sldMk cId="1135043495" sldId="1506"/>
            <ac:picMk id="6" creationId="{CCD1DBAE-91F6-9E68-B0CE-1DB73B7B4ADD}"/>
          </ac:picMkLst>
        </pc:picChg>
      </pc:sldChg>
      <pc:sldChg chg="modSp mod">
        <pc:chgData name="RISHIKA MISHRA" userId="e15a4d9ab7ccede7" providerId="LiveId" clId="{5B18FABB-3362-4BE2-9692-2DF425680C71}" dt="2025-09-04T08:01:19.422" v="557" actId="20577"/>
        <pc:sldMkLst>
          <pc:docMk/>
          <pc:sldMk cId="1311463434" sldId="1516"/>
        </pc:sldMkLst>
        <pc:spChg chg="mod">
          <ac:chgData name="RISHIKA MISHRA" userId="e15a4d9ab7ccede7" providerId="LiveId" clId="{5B18FABB-3362-4BE2-9692-2DF425680C71}" dt="2025-09-04T08:01:19.422" v="557" actId="20577"/>
          <ac:spMkLst>
            <pc:docMk/>
            <pc:sldMk cId="1311463434" sldId="1516"/>
            <ac:spMk id="12" creationId="{78D9C2B3-104A-849D-B3DD-89B61AD71327}"/>
          </ac:spMkLst>
        </pc:spChg>
      </pc:sldChg>
      <pc:sldChg chg="addSp delSp modSp add mod">
        <pc:chgData name="RISHIKA MISHRA" userId="e15a4d9ab7ccede7" providerId="LiveId" clId="{5B18FABB-3362-4BE2-9692-2DF425680C71}" dt="2025-09-04T08:27:04.167" v="683" actId="1076"/>
        <pc:sldMkLst>
          <pc:docMk/>
          <pc:sldMk cId="1657055245" sldId="1522"/>
        </pc:sldMkLst>
        <pc:spChg chg="del">
          <ac:chgData name="RISHIKA MISHRA" userId="e15a4d9ab7ccede7" providerId="LiveId" clId="{5B18FABB-3362-4BE2-9692-2DF425680C71}" dt="2025-09-04T07:39:23.366" v="460" actId="478"/>
          <ac:spMkLst>
            <pc:docMk/>
            <pc:sldMk cId="1657055245" sldId="1522"/>
            <ac:spMk id="2" creationId="{F16E4703-FA64-0151-4343-3FC3EF7FEEC9}"/>
          </ac:spMkLst>
        </pc:spChg>
        <pc:spChg chg="add del mod">
          <ac:chgData name="RISHIKA MISHRA" userId="e15a4d9ab7ccede7" providerId="LiveId" clId="{5B18FABB-3362-4BE2-9692-2DF425680C71}" dt="2025-09-04T07:41:16.450" v="465" actId="21"/>
          <ac:spMkLst>
            <pc:docMk/>
            <pc:sldMk cId="1657055245" sldId="1522"/>
            <ac:spMk id="3" creationId="{D473171E-3D76-146C-DD48-1168FF632D9C}"/>
          </ac:spMkLst>
        </pc:spChg>
        <pc:spChg chg="add mod">
          <ac:chgData name="RISHIKA MISHRA" userId="e15a4d9ab7ccede7" providerId="LiveId" clId="{5B18FABB-3362-4BE2-9692-2DF425680C71}" dt="2025-09-04T07:42:33.911" v="474" actId="12"/>
          <ac:spMkLst>
            <pc:docMk/>
            <pc:sldMk cId="1657055245" sldId="1522"/>
            <ac:spMk id="5" creationId="{618723AB-2B31-AB0C-C20C-C33B38DDE507}"/>
          </ac:spMkLst>
        </pc:spChg>
        <pc:spChg chg="add mod">
          <ac:chgData name="RISHIKA MISHRA" userId="e15a4d9ab7ccede7" providerId="LiveId" clId="{5B18FABB-3362-4BE2-9692-2DF425680C71}" dt="2025-09-04T07:42:27.264" v="473" actId="1076"/>
          <ac:spMkLst>
            <pc:docMk/>
            <pc:sldMk cId="1657055245" sldId="1522"/>
            <ac:spMk id="6" creationId="{2349E591-CBD0-1D11-5C17-56FD377A8122}"/>
          </ac:spMkLst>
        </pc:spChg>
        <pc:spChg chg="del">
          <ac:chgData name="RISHIKA MISHRA" userId="e15a4d9ab7ccede7" providerId="LiveId" clId="{5B18FABB-3362-4BE2-9692-2DF425680C71}" dt="2025-09-04T07:39:23.366" v="460" actId="478"/>
          <ac:spMkLst>
            <pc:docMk/>
            <pc:sldMk cId="1657055245" sldId="1522"/>
            <ac:spMk id="8" creationId="{8477532F-7F69-A3A4-245D-B3F19CF86A19}"/>
          </ac:spMkLst>
        </pc:spChg>
        <pc:spChg chg="del">
          <ac:chgData name="RISHIKA MISHRA" userId="e15a4d9ab7ccede7" providerId="LiveId" clId="{5B18FABB-3362-4BE2-9692-2DF425680C71}" dt="2025-09-04T07:39:23.366" v="460" actId="478"/>
          <ac:spMkLst>
            <pc:docMk/>
            <pc:sldMk cId="1657055245" sldId="1522"/>
            <ac:spMk id="9" creationId="{E2E20157-C81F-B76B-7720-0D6DA1A9A955}"/>
          </ac:spMkLst>
        </pc:spChg>
        <pc:spChg chg="add mod">
          <ac:chgData name="RISHIKA MISHRA" userId="e15a4d9ab7ccede7" providerId="LiveId" clId="{5B18FABB-3362-4BE2-9692-2DF425680C71}" dt="2025-09-04T07:44:27.816" v="488" actId="207"/>
          <ac:spMkLst>
            <pc:docMk/>
            <pc:sldMk cId="1657055245" sldId="1522"/>
            <ac:spMk id="10" creationId="{F057DE37-34EF-D223-A643-39298A763FCE}"/>
          </ac:spMkLst>
        </pc:spChg>
        <pc:spChg chg="del">
          <ac:chgData name="RISHIKA MISHRA" userId="e15a4d9ab7ccede7" providerId="LiveId" clId="{5B18FABB-3362-4BE2-9692-2DF425680C71}" dt="2025-09-04T07:39:23.366" v="460" actId="478"/>
          <ac:spMkLst>
            <pc:docMk/>
            <pc:sldMk cId="1657055245" sldId="1522"/>
            <ac:spMk id="11" creationId="{7DB430FF-3F8F-6048-BD6D-3483FEC55436}"/>
          </ac:spMkLst>
        </pc:spChg>
        <pc:spChg chg="add del mod">
          <ac:chgData name="RISHIKA MISHRA" userId="e15a4d9ab7ccede7" providerId="LiveId" clId="{5B18FABB-3362-4BE2-9692-2DF425680C71}" dt="2025-09-04T07:51:30.623" v="540"/>
          <ac:spMkLst>
            <pc:docMk/>
            <pc:sldMk cId="1657055245" sldId="1522"/>
            <ac:spMk id="13" creationId="{33A33D0C-8E30-2A41-D09E-FAFE0468CAC7}"/>
          </ac:spMkLst>
        </pc:spChg>
        <pc:spChg chg="add mod">
          <ac:chgData name="RISHIKA MISHRA" userId="e15a4d9ab7ccede7" providerId="LiveId" clId="{5B18FABB-3362-4BE2-9692-2DF425680C71}" dt="2025-09-04T08:25:19.339" v="664" actId="1076"/>
          <ac:spMkLst>
            <pc:docMk/>
            <pc:sldMk cId="1657055245" sldId="1522"/>
            <ac:spMk id="16" creationId="{936FC3BC-E50A-6EF9-9D11-DBEE227C032A}"/>
          </ac:spMkLst>
        </pc:spChg>
        <pc:spChg chg="add del mod">
          <ac:chgData name="RISHIKA MISHRA" userId="e15a4d9ab7ccede7" providerId="LiveId" clId="{5B18FABB-3362-4BE2-9692-2DF425680C71}" dt="2025-09-04T07:49:13.889" v="522"/>
          <ac:spMkLst>
            <pc:docMk/>
            <pc:sldMk cId="1657055245" sldId="1522"/>
            <ac:spMk id="18" creationId="{2ED225F1-D17B-B7BF-B3B1-24EAD78E5661}"/>
          </ac:spMkLst>
        </pc:spChg>
        <pc:spChg chg="add mod">
          <ac:chgData name="RISHIKA MISHRA" userId="e15a4d9ab7ccede7" providerId="LiveId" clId="{5B18FABB-3362-4BE2-9692-2DF425680C71}" dt="2025-09-04T08:23:45.961" v="583" actId="1076"/>
          <ac:spMkLst>
            <pc:docMk/>
            <pc:sldMk cId="1657055245" sldId="1522"/>
            <ac:spMk id="19" creationId="{69416A55-2E98-E9B6-ACE7-97A40E319AD1}"/>
          </ac:spMkLst>
        </pc:spChg>
        <pc:spChg chg="del">
          <ac:chgData name="RISHIKA MISHRA" userId="e15a4d9ab7ccede7" providerId="LiveId" clId="{5B18FABB-3362-4BE2-9692-2DF425680C71}" dt="2025-09-04T07:39:23.366" v="460" actId="478"/>
          <ac:spMkLst>
            <pc:docMk/>
            <pc:sldMk cId="1657055245" sldId="1522"/>
            <ac:spMk id="21" creationId="{6FE40AD2-C587-C6B8-7C21-EE295B4EE205}"/>
          </ac:spMkLst>
        </pc:spChg>
        <pc:spChg chg="del">
          <ac:chgData name="RISHIKA MISHRA" userId="e15a4d9ab7ccede7" providerId="LiveId" clId="{5B18FABB-3362-4BE2-9692-2DF425680C71}" dt="2025-09-04T07:39:23.366" v="460" actId="478"/>
          <ac:spMkLst>
            <pc:docMk/>
            <pc:sldMk cId="1657055245" sldId="1522"/>
            <ac:spMk id="22" creationId="{176FB0B1-0019-7FB0-B150-D5F7D6451D2A}"/>
          </ac:spMkLst>
        </pc:spChg>
        <pc:spChg chg="add mod">
          <ac:chgData name="RISHIKA MISHRA" userId="e15a4d9ab7ccede7" providerId="LiveId" clId="{5B18FABB-3362-4BE2-9692-2DF425680C71}" dt="2025-09-04T08:24:55.860" v="657" actId="1076"/>
          <ac:spMkLst>
            <pc:docMk/>
            <pc:sldMk cId="1657055245" sldId="1522"/>
            <ac:spMk id="24" creationId="{623CE45C-5FB6-D2F7-FC41-0D1D09D4D684}"/>
          </ac:spMkLst>
        </pc:spChg>
        <pc:spChg chg="del">
          <ac:chgData name="RISHIKA MISHRA" userId="e15a4d9ab7ccede7" providerId="LiveId" clId="{5B18FABB-3362-4BE2-9692-2DF425680C71}" dt="2025-09-04T07:39:23.366" v="460" actId="478"/>
          <ac:spMkLst>
            <pc:docMk/>
            <pc:sldMk cId="1657055245" sldId="1522"/>
            <ac:spMk id="25" creationId="{04F4187D-6980-A928-0261-5823C1C24509}"/>
          </ac:spMkLst>
        </pc:spChg>
        <pc:spChg chg="add mod">
          <ac:chgData name="RISHIKA MISHRA" userId="e15a4d9ab7ccede7" providerId="LiveId" clId="{5B18FABB-3362-4BE2-9692-2DF425680C71}" dt="2025-09-04T08:27:04.167" v="683" actId="1076"/>
          <ac:spMkLst>
            <pc:docMk/>
            <pc:sldMk cId="1657055245" sldId="1522"/>
            <ac:spMk id="27" creationId="{437D0C76-2B83-C0E0-7DC6-F7EADC87DF4D}"/>
          </ac:spMkLst>
        </pc:spChg>
        <pc:picChg chg="del">
          <ac:chgData name="RISHIKA MISHRA" userId="e15a4d9ab7ccede7" providerId="LiveId" clId="{5B18FABB-3362-4BE2-9692-2DF425680C71}" dt="2025-09-04T07:39:23.366" v="460" actId="478"/>
          <ac:picMkLst>
            <pc:docMk/>
            <pc:sldMk cId="1657055245" sldId="1522"/>
            <ac:picMk id="4" creationId="{8E342C5D-F14D-95F9-2141-CAB4161D029D}"/>
          </ac:picMkLst>
        </pc:picChg>
        <pc:picChg chg="add mod">
          <ac:chgData name="RISHIKA MISHRA" userId="e15a4d9ab7ccede7" providerId="LiveId" clId="{5B18FABB-3362-4BE2-9692-2DF425680C71}" dt="2025-09-04T08:23:34.880" v="580" actId="1076"/>
          <ac:picMkLst>
            <pc:docMk/>
            <pc:sldMk cId="1657055245" sldId="1522"/>
            <ac:picMk id="7" creationId="{5731721A-BCEF-8CFE-9617-4AF8674310CD}"/>
          </ac:picMkLst>
        </pc:picChg>
        <pc:picChg chg="add del mod">
          <ac:chgData name="RISHIKA MISHRA" userId="e15a4d9ab7ccede7" providerId="LiveId" clId="{5B18FABB-3362-4BE2-9692-2DF425680C71}" dt="2025-09-04T07:51:22.981" v="535" actId="478"/>
          <ac:picMkLst>
            <pc:docMk/>
            <pc:sldMk cId="1657055245" sldId="1522"/>
            <ac:picMk id="14" creationId="{C6F67480-CE60-F12E-2782-949452E5BA43}"/>
          </ac:picMkLst>
        </pc:picChg>
        <pc:picChg chg="add mod">
          <ac:chgData name="RISHIKA MISHRA" userId="e15a4d9ab7ccede7" providerId="LiveId" clId="{5B18FABB-3362-4BE2-9692-2DF425680C71}" dt="2025-09-04T08:25:13.365" v="663" actId="1076"/>
          <ac:picMkLst>
            <pc:docMk/>
            <pc:sldMk cId="1657055245" sldId="1522"/>
            <ac:picMk id="17" creationId="{2B06388D-D72B-C991-42FF-6937BE0C1999}"/>
          </ac:picMkLst>
        </pc:picChg>
        <pc:picChg chg="del">
          <ac:chgData name="RISHIKA MISHRA" userId="e15a4d9ab7ccede7" providerId="LiveId" clId="{5B18FABB-3362-4BE2-9692-2DF425680C71}" dt="2025-09-04T07:39:23.366" v="460" actId="478"/>
          <ac:picMkLst>
            <pc:docMk/>
            <pc:sldMk cId="1657055245" sldId="1522"/>
            <ac:picMk id="23" creationId="{571807A8-E53A-A046-D2B4-2CDACE0F1AC6}"/>
          </ac:picMkLst>
        </pc:picChg>
        <pc:picChg chg="add mod">
          <ac:chgData name="RISHIKA MISHRA" userId="e15a4d9ab7ccede7" providerId="LiveId" clId="{5B18FABB-3362-4BE2-9692-2DF425680C71}" dt="2025-09-04T08:25:34.493" v="669" actId="1076"/>
          <ac:picMkLst>
            <pc:docMk/>
            <pc:sldMk cId="1657055245" sldId="1522"/>
            <ac:picMk id="26" creationId="{F705C119-1B4D-0750-1032-64D4DBA3C9B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5218032"/>
            <a:ext cx="10932414" cy="786384"/>
          </a:xfrm>
        </p:spPr>
        <p:txBody>
          <a:bodyPr anchor="b">
            <a:no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5972629"/>
            <a:ext cx="10932414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D12F663-2D42-4D8D-8B66-F6D7B96B7E4F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611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48640"/>
            <a:ext cx="10966705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012950"/>
            <a:ext cx="10966705" cy="429641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03E9E-867F-47D4-B13F-6E6FFB1B7C4A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340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8AABB8B-4620-4B01-AC08-F2C17CE7BAD0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415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690B0201-F822-4EAC-9483-794208D24AB4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6294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997" y="635364"/>
            <a:ext cx="10923339" cy="4915803"/>
          </a:xfrm>
        </p:spPr>
        <p:txBody>
          <a:bodyPr anchor="t">
            <a:normAutofit/>
          </a:bodyPr>
          <a:lstStyle>
            <a:lvl1pPr algn="l">
              <a:lnSpc>
                <a:spcPct val="65000"/>
              </a:lnSpc>
              <a:defRPr sz="1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9937" y="5799354"/>
            <a:ext cx="9418399" cy="446558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FA86B1-8D3C-44FE-BD06-31F50B197DDB}" type="datetime1">
              <a:rPr lang="en-US" smtClean="0"/>
              <a:pPr/>
              <a:t>9/4/2025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02574B0E-E690-3936-E24A-039421B24FD7}"/>
              </a:ext>
            </a:extLst>
          </p:cNvPr>
          <p:cNvSpPr/>
          <p:nvPr/>
        </p:nvSpPr>
        <p:spPr>
          <a:xfrm>
            <a:off x="679447" y="5803591"/>
            <a:ext cx="482598" cy="482537"/>
          </a:xfrm>
          <a:prstGeom prst="ellips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sz="900" dirty="0">
              <a:solidFill>
                <a:schemeClr val="tx1"/>
              </a:solidFill>
            </a:endParaRPr>
          </a:p>
        </p:txBody>
      </p:sp>
      <p:pic>
        <p:nvPicPr>
          <p:cNvPr id="10" name="Image 0" descr=" ">
            <a:extLst>
              <a:ext uri="{FF2B5EF4-FFF2-40B4-BE49-F238E27FC236}">
                <a16:creationId xmlns:a16="http://schemas.microsoft.com/office/drawing/2014/main" id="{FD99B78C-30FB-8F34-4B19-F781FCDAC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084" y="6020901"/>
            <a:ext cx="727369" cy="7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9979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B816D-C79A-4399-A589-78065E5C7E1B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6530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1590" y="1318302"/>
            <a:ext cx="960882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C276B-36AC-4A3A-AD2A-9A0966D16D3E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175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9447" y="635363"/>
            <a:ext cx="10952715" cy="4931191"/>
          </a:xfrm>
        </p:spPr>
        <p:txBody>
          <a:bodyPr anchor="t">
            <a:normAutofit/>
          </a:bodyPr>
          <a:lstStyle>
            <a:lvl1pPr algn="l">
              <a:lnSpc>
                <a:spcPct val="65000"/>
              </a:lnSpc>
              <a:defRPr sz="1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5A4C8E-0512-44ED-A117-15A43817985F}" type="datetime1">
              <a:rPr lang="en-US" smtClean="0"/>
              <a:pPr/>
              <a:t>9/4/2025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8F39D539-C72A-46A0-EB96-C3401D538D65}"/>
              </a:ext>
            </a:extLst>
          </p:cNvPr>
          <p:cNvSpPr/>
          <p:nvPr/>
        </p:nvSpPr>
        <p:spPr>
          <a:xfrm>
            <a:off x="679447" y="5803591"/>
            <a:ext cx="482598" cy="482537"/>
          </a:xfrm>
          <a:prstGeom prst="ellipse">
            <a:avLst/>
          </a:prstGeom>
          <a:noFill/>
          <a:ln w="12700">
            <a:solidFill>
              <a:srgbClr val="DCEBFF"/>
            </a:solidFill>
            <a:prstDash val="solid"/>
          </a:ln>
        </p:spPr>
        <p:txBody>
          <a:bodyPr/>
          <a:lstStyle/>
          <a:p>
            <a:endParaRPr lang="en-US" sz="900" dirty="0">
              <a:solidFill>
                <a:schemeClr val="tx1"/>
              </a:solidFill>
            </a:endParaRPr>
          </a:p>
        </p:txBody>
      </p:sp>
      <p:pic>
        <p:nvPicPr>
          <p:cNvPr id="9" name="Image 0" descr=" ">
            <a:extLst>
              <a:ext uri="{FF2B5EF4-FFF2-40B4-BE49-F238E27FC236}">
                <a16:creationId xmlns:a16="http://schemas.microsoft.com/office/drawing/2014/main" id="{FD8622F3-14FF-0CA2-1EC3-17C66BA6C5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084" y="6020901"/>
            <a:ext cx="727369" cy="7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28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9939" y="374649"/>
            <a:ext cx="9632961" cy="5847987"/>
          </a:xfrm>
        </p:spPr>
        <p:txBody>
          <a:bodyPr anchor="b">
            <a:normAutofit/>
          </a:bodyPr>
          <a:lstStyle>
            <a:lvl1pPr algn="l">
              <a:lnSpc>
                <a:spcPct val="65000"/>
              </a:lnSpc>
              <a:defRPr sz="1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42C84F-F977-43DB-90CF-ECC5710077AC}" type="datetime1">
              <a:rPr lang="en-US" smtClean="0"/>
              <a:pPr/>
              <a:t>9/4/2025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97058303-9BE8-7CE5-6918-3467664B819B}"/>
              </a:ext>
            </a:extLst>
          </p:cNvPr>
          <p:cNvSpPr/>
          <p:nvPr/>
        </p:nvSpPr>
        <p:spPr>
          <a:xfrm>
            <a:off x="679447" y="635364"/>
            <a:ext cx="482598" cy="482537"/>
          </a:xfrm>
          <a:prstGeom prst="ellips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sz="900" dirty="0">
              <a:solidFill>
                <a:schemeClr val="tx1"/>
              </a:solidFill>
            </a:endParaRPr>
          </a:p>
        </p:txBody>
      </p:sp>
      <p:pic>
        <p:nvPicPr>
          <p:cNvPr id="10" name="Image 0" descr=" ">
            <a:extLst>
              <a:ext uri="{FF2B5EF4-FFF2-40B4-BE49-F238E27FC236}">
                <a16:creationId xmlns:a16="http://schemas.microsoft.com/office/drawing/2014/main" id="{BC632823-5A98-7687-702C-BB6CA7E92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084" y="852674"/>
            <a:ext cx="727369" cy="7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4806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9939" y="603250"/>
            <a:ext cx="6940265" cy="1247114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39939" y="2946400"/>
            <a:ext cx="6940265" cy="307736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43D06-3677-41B9-93FF-F244A316173A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57EC6461-B110-039F-5E9B-951A244C5823}"/>
              </a:ext>
            </a:extLst>
          </p:cNvPr>
          <p:cNvSpPr/>
          <p:nvPr userDrawn="1"/>
        </p:nvSpPr>
        <p:spPr>
          <a:xfrm>
            <a:off x="679447" y="635364"/>
            <a:ext cx="482598" cy="482537"/>
          </a:xfrm>
          <a:prstGeom prst="ellipse">
            <a:avLst/>
          </a:prstGeom>
          <a:noFill/>
          <a:ln w="12700">
            <a:solidFill>
              <a:srgbClr val="113D61"/>
            </a:solidFill>
            <a:prstDash val="solid"/>
          </a:ln>
        </p:spPr>
        <p:txBody>
          <a:bodyPr/>
          <a:lstStyle/>
          <a:p>
            <a:endParaRPr lang="en-US" sz="900" dirty="0"/>
          </a:p>
        </p:txBody>
      </p:sp>
      <p:pic>
        <p:nvPicPr>
          <p:cNvPr id="8" name="Image 0" descr=" ">
            <a:extLst>
              <a:ext uri="{FF2B5EF4-FFF2-40B4-BE49-F238E27FC236}">
                <a16:creationId xmlns:a16="http://schemas.microsoft.com/office/drawing/2014/main" id="{6FE7E00A-9B1B-C1C5-8E1D-04154B0817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084" y="852674"/>
            <a:ext cx="727369" cy="7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323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726" y="4899892"/>
            <a:ext cx="6303475" cy="1322744"/>
          </a:xfrm>
        </p:spPr>
        <p:txBody>
          <a:bodyPr anchor="b">
            <a:noAutofit/>
          </a:bodyPr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0726" y="635364"/>
            <a:ext cx="6303475" cy="4179872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26261" y="0"/>
            <a:ext cx="4965675" cy="6858000"/>
          </a:xfrm>
          <a:blipFill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0726" y="6453002"/>
            <a:ext cx="1996689" cy="365125"/>
          </a:xfrm>
        </p:spPr>
        <p:txBody>
          <a:bodyPr/>
          <a:lstStyle/>
          <a:p>
            <a:fld id="{AF1BDF4E-8C13-44FB-9026-C40AFBD27988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49353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04994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3303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F8899-13A2-4E87-9940-E0F530BAB98F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247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BE565-C398-4C36-A428-0551C7D5DE8E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8865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C3206-50E4-41A4-9C8E-9A1E3F3312DD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4222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239E-6716-4AEB-B56E-5A4637DB6293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7056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48639"/>
            <a:ext cx="3494314" cy="5719639"/>
          </a:xfrm>
        </p:spPr>
        <p:txBody>
          <a:bodyPr>
            <a:normAutofit/>
          </a:bodyPr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8D3B-2389-48A8-BD1C-64E8B564DC2A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2692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56914DD-DD42-4B3C-8A86-D2A3379492DC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1633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5363"/>
            <a:ext cx="6295061" cy="2452897"/>
          </a:xfrm>
        </p:spPr>
        <p:txBody>
          <a:bodyPr anchor="t">
            <a:normAutofit/>
          </a:bodyPr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936" y="3238524"/>
            <a:ext cx="6295060" cy="298411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49048" y="635364"/>
            <a:ext cx="4942952" cy="5587272"/>
          </a:xfrm>
          <a:blipFill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8344424-14BD-402D-BC7C-E30C5D38EAD0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7893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36C782C4-C2E5-4A86-A35E-5A0906541E04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2945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D126C11-AC0C-4F72-92E2-191602B652CE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8840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97D0C8B-A7D7-4085-BD6C-F718C2812B1E}" type="datetime1">
              <a:rPr lang="en-US" smtClean="0"/>
              <a:pPr/>
              <a:t>9/4/2025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7134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8E7194C-F80D-4BE7-86E9-35DE71EE480C}" type="datetime1">
              <a:rPr lang="en-US" smtClean="0"/>
              <a:pPr/>
              <a:t>9/4/2025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1214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1667510"/>
          </a:xfrm>
        </p:spPr>
        <p:txBody>
          <a:bodyPr anchor="b">
            <a:noAutofit/>
          </a:bodyPr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2178050"/>
            <a:ext cx="4512601" cy="4186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E0ECAE9-8D9C-48C6-ACCA-BF6EC7CF4D71}" type="datetime1">
              <a:rPr lang="en-US" smtClean="0"/>
              <a:pPr/>
              <a:t>9/4/2025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7407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ED2D13F-205F-4391-B493-94CB2F69FA8D}" type="datetime1">
              <a:rPr lang="en-US" smtClean="0"/>
              <a:pPr/>
              <a:t>9/4/2025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8491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4802C336-AE02-47E8-B1F7-E3673B5DD374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8939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A99A118-8426-4787-A906-B547D3E835BD}" type="datetime1">
              <a:rPr lang="en-US" smtClean="0"/>
              <a:pPr/>
              <a:t>9/4/2025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1191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B885821-1E04-4388-9DFB-9D6F038AB81E}" type="datetime1">
              <a:rPr lang="en-US" smtClean="0"/>
              <a:pPr/>
              <a:t>9/4/2025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6664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B16B68-C4C5-408E-8C30-F0466EF6C40A}" type="datetime1">
              <a:rPr lang="en-US" smtClean="0"/>
              <a:pPr/>
              <a:t>9/4/2025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1575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942FD4E2-42C2-4AC0-A6C7-FAAF9BF6E496}" type="datetime1">
              <a:rPr lang="en-US" smtClean="0"/>
              <a:pPr/>
              <a:t>9/4/2025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2236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61424"/>
            <a:ext cx="2953618" cy="2240279"/>
          </a:xfrm>
        </p:spPr>
        <p:txBody>
          <a:bodyPr anchor="t">
            <a:noAutofit/>
          </a:bodyPr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1248C849-3CC8-4626-8E0A-32A0C0EC1B11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583422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7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200"/>
            </a:lvl4pPr>
            <a:lvl5pPr marL="914400" indent="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0936" y="3079730"/>
            <a:ext cx="10930126" cy="3778270"/>
          </a:xfrm>
          <a:blipFill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5575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172200" cy="4425696"/>
          </a:xfrm>
          <a:blipFill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ED60-CD2F-4F53-857A-08E5A431BD6A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4179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8" y="2290890"/>
            <a:ext cx="4672584" cy="4041648"/>
          </a:xfrm>
          <a:blipFill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DF98E-28B2-4DBA-9573-27866346135C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3531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1" y="2295144"/>
            <a:ext cx="3490176" cy="4041648"/>
          </a:xfrm>
          <a:blipFill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D2D0-124B-490C-94A4-F4CC42766C0B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4058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07" y="1145787"/>
            <a:ext cx="3459755" cy="3394126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000" b="0" i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6098" y="1145787"/>
            <a:ext cx="7286460" cy="4253946"/>
          </a:xfrm>
        </p:spPr>
        <p:txBody>
          <a:bodyPr lIns="91440" rIns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9994" i="1" kern="1200" dirty="0">
                <a:solidFill>
                  <a:srgbClr val="113D61">
                    <a:alpha val="100000"/>
                  </a:srgbClr>
                </a:solidFill>
                <a:latin typeface="+mj-lt"/>
                <a:ea typeface="Bodoni MT Italic" pitchFamily="34" charset="-122"/>
                <a:cs typeface="Bodoni MT Italic" pitchFamily="34" charset="-120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A01B54B-9DB4-4059-8190-43A1603AB7A6}" type="datetime1">
              <a:rPr lang="en-US" smtClean="0"/>
              <a:pPr/>
              <a:t>9/4/2025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FD6197F8-EB4C-31FB-CACD-B4DF3CEE1283}"/>
              </a:ext>
            </a:extLst>
          </p:cNvPr>
          <p:cNvSpPr/>
          <p:nvPr/>
        </p:nvSpPr>
        <p:spPr>
          <a:xfrm>
            <a:off x="679447" y="5778194"/>
            <a:ext cx="482598" cy="482537"/>
          </a:xfrm>
          <a:prstGeom prst="ellipse">
            <a:avLst/>
          </a:prstGeom>
          <a:noFill/>
          <a:ln w="12700">
            <a:solidFill>
              <a:srgbClr val="113D61"/>
            </a:solidFill>
            <a:prstDash val="solid"/>
          </a:ln>
        </p:spPr>
        <p:txBody>
          <a:bodyPr/>
          <a:lstStyle/>
          <a:p>
            <a:endParaRPr lang="en-US" sz="900" dirty="0"/>
          </a:p>
        </p:txBody>
      </p:sp>
      <p:pic>
        <p:nvPicPr>
          <p:cNvPr id="10" name="Image 0" descr=" ">
            <a:extLst>
              <a:ext uri="{FF2B5EF4-FFF2-40B4-BE49-F238E27FC236}">
                <a16:creationId xmlns:a16="http://schemas.microsoft.com/office/drawing/2014/main" id="{000A43B0-2460-97F8-262A-620AEC02B2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084" y="5995505"/>
            <a:ext cx="727369" cy="7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5848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B6286-1B70-4E0C-B2C0-63FFDB80C08C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20501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3248D83-BA57-480C-A651-E1F12A52220D}" type="datetime1">
              <a:rPr lang="en-US" smtClean="0"/>
              <a:pPr/>
              <a:t>9/4/2025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585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309F-6B5C-4A0B-A24E-27CA187C6F22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1156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139938" y="419100"/>
            <a:ext cx="9125470" cy="5734812"/>
          </a:xfrm>
        </p:spPr>
        <p:txBody>
          <a:bodyPr anchor="b">
            <a:noAutofit/>
          </a:bodyPr>
          <a:lstStyle>
            <a:lvl1pPr marL="0" indent="0">
              <a:lnSpc>
                <a:spcPct val="65000"/>
              </a:lnSpc>
              <a:buNone/>
              <a:defRPr lang="en-US" sz="5000" b="0" i="1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>
              <a:lnSpc>
                <a:spcPct val="65000"/>
              </a:lnSpc>
              <a:buNone/>
              <a:defRPr lang="en-US" sz="5000" b="0" i="1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>
              <a:lnSpc>
                <a:spcPct val="65000"/>
              </a:lnSpc>
              <a:buNone/>
              <a:defRPr lang="en-US" sz="5000" b="0" i="1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>
              <a:lnSpc>
                <a:spcPct val="65000"/>
              </a:lnSpc>
              <a:buNone/>
              <a:defRPr lang="en-US" sz="5000" b="0" i="1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914400" indent="0">
              <a:lnSpc>
                <a:spcPct val="65000"/>
              </a:lnSpc>
              <a:buNone/>
              <a:defRPr lang="en-US" sz="5000" b="0" i="1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03AD-2573-454F-BD0E-2D3DB950FC3B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DF64F846-9D70-7948-0A9A-D23B58E67C1F}"/>
              </a:ext>
            </a:extLst>
          </p:cNvPr>
          <p:cNvSpPr/>
          <p:nvPr userDrawn="1"/>
        </p:nvSpPr>
        <p:spPr>
          <a:xfrm>
            <a:off x="679447" y="635364"/>
            <a:ext cx="482598" cy="482537"/>
          </a:xfrm>
          <a:prstGeom prst="ellipse">
            <a:avLst/>
          </a:prstGeom>
          <a:noFill/>
          <a:ln w="12700">
            <a:solidFill>
              <a:srgbClr val="113D61"/>
            </a:solidFill>
            <a:prstDash val="solid"/>
          </a:ln>
        </p:spPr>
        <p:txBody>
          <a:bodyPr/>
          <a:lstStyle/>
          <a:p>
            <a:endParaRPr lang="en-US" sz="900" dirty="0"/>
          </a:p>
        </p:txBody>
      </p:sp>
      <p:pic>
        <p:nvPicPr>
          <p:cNvPr id="8" name="Image 0" descr=" ">
            <a:extLst>
              <a:ext uri="{FF2B5EF4-FFF2-40B4-BE49-F238E27FC236}">
                <a16:creationId xmlns:a16="http://schemas.microsoft.com/office/drawing/2014/main" id="{9578DCE1-E8BD-87F6-A7B9-37851EB85B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084" y="852674"/>
            <a:ext cx="727369" cy="7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5898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39939" y="625120"/>
            <a:ext cx="6675932" cy="446558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i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139938" y="1746468"/>
            <a:ext cx="9069870" cy="4687806"/>
          </a:xfrm>
        </p:spPr>
        <p:txBody>
          <a:bodyPr anchor="t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000" i="1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4A80-538B-4093-B891-E402591ADC09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AF1FC064-1EF7-F6C3-E918-0DB191789005}"/>
              </a:ext>
            </a:extLst>
          </p:cNvPr>
          <p:cNvSpPr/>
          <p:nvPr/>
        </p:nvSpPr>
        <p:spPr>
          <a:xfrm>
            <a:off x="679447" y="635364"/>
            <a:ext cx="482598" cy="482537"/>
          </a:xfrm>
          <a:prstGeom prst="ellipse">
            <a:avLst/>
          </a:prstGeom>
          <a:noFill/>
          <a:ln w="12700">
            <a:solidFill>
              <a:srgbClr val="113D61"/>
            </a:solidFill>
            <a:prstDash val="solid"/>
          </a:ln>
        </p:spPr>
        <p:txBody>
          <a:bodyPr/>
          <a:lstStyle/>
          <a:p>
            <a:endParaRPr lang="en-US" sz="900" dirty="0"/>
          </a:p>
        </p:txBody>
      </p:sp>
      <p:pic>
        <p:nvPicPr>
          <p:cNvPr id="9" name="Image 0" descr=" ">
            <a:extLst>
              <a:ext uri="{FF2B5EF4-FFF2-40B4-BE49-F238E27FC236}">
                <a16:creationId xmlns:a16="http://schemas.microsoft.com/office/drawing/2014/main" id="{0944C70F-AA92-9A20-9499-4F304A0667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084" y="852674"/>
            <a:ext cx="727369" cy="7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933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B1EB763-80CA-44DF-BADD-E51CF4879EBA}" type="datetime1">
              <a:rPr lang="en-US" smtClean="0"/>
              <a:pPr/>
              <a:t>9/4/2025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9728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7A87457-CCFA-4CB7-AF73-1C00B72ACEFA}" type="datetime1">
              <a:rPr lang="en-US" smtClean="0"/>
              <a:pPr/>
              <a:t>9/4/2025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98912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48640"/>
            <a:ext cx="10930128" cy="1132258"/>
          </a:xfrm>
        </p:spPr>
        <p:txBody>
          <a:bodyPr>
            <a:noAutofit/>
          </a:bodyPr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936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79464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1DA029-15C9-49C5-AE61-337B4CB298FB}" type="datetime1">
              <a:rPr lang="en-US" smtClean="0"/>
              <a:pPr/>
              <a:t>9/4/2025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5896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7B6A390-CFE6-8675-47BC-3045FA547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48640"/>
            <a:ext cx="10930128" cy="1132258"/>
          </a:xfrm>
        </p:spPr>
        <p:txBody>
          <a:bodyPr>
            <a:noAutofit/>
          </a:bodyPr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1754332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936" y="238760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77876" y="1754332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77876" y="23876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7C4B114-1CEB-44E4-B4DC-0FE65F147252}" type="datetime1">
              <a:rPr lang="en-US" smtClean="0"/>
              <a:pPr/>
              <a:t>9/4/2025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98403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373BA38-B2A9-A134-1305-92B26CF97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48640"/>
            <a:ext cx="10930128" cy="1132258"/>
          </a:xfrm>
        </p:spPr>
        <p:txBody>
          <a:bodyPr>
            <a:noAutofit/>
          </a:bodyPr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71428D-A792-4823-A426-07DC9CC2D5EF}" type="datetime1">
              <a:rPr lang="en-US" smtClean="0"/>
              <a:pPr/>
              <a:t>9/4/2025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74886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72DF6E-DF24-4ABC-A778-6F43478B6361}" type="datetime1">
              <a:rPr lang="en-US" smtClean="0"/>
              <a:pPr/>
              <a:t>9/4/2025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21087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D10DB0-052E-428E-9E35-0BF1448C4998}" type="datetime1">
              <a:rPr lang="en-US" smtClean="0"/>
              <a:pPr/>
              <a:t>9/4/2025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83616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557784"/>
            <a:ext cx="6519080" cy="5779007"/>
          </a:xfrm>
          <a:blipFill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789044-BABB-43A2-8C8F-E40E14C9D842}" type="datetime1">
              <a:rPr lang="en-US" smtClean="0"/>
              <a:pPr/>
              <a:t>9/4/2025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91574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257300"/>
            <a:ext cx="8757924" cy="1723644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73450"/>
            <a:ext cx="10890374" cy="2863849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38684E-FC43-4B19-84BC-9DA97C82EAD4}" type="datetime1">
              <a:rPr lang="en-US" smtClean="0"/>
              <a:pPr/>
              <a:t>9/4/2025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6376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28600" indent="0"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buNone/>
              <a:defRPr sz="1800">
                <a:solidFill>
                  <a:schemeClr val="tx1"/>
                </a:solidFill>
              </a:defRPr>
            </a:lvl3pPr>
            <a:lvl4pPr marL="685800" indent="0">
              <a:buNone/>
              <a:defRPr sz="16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2A5F431-D69D-47BB-ACFE-82303040D5B6}" type="datetime1">
              <a:rPr lang="en-US" smtClean="0"/>
              <a:pPr/>
              <a:t>9/4/2025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7407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0C748914-8664-457B-A714-4A5A7F87DF93}" type="datetime1">
              <a:rPr lang="en-US" smtClean="0"/>
              <a:pPr/>
              <a:t>9/4/2025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89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  <p:sldLayoutId id="2147483779" r:id="rId14"/>
    <p:sldLayoutId id="2147483780" r:id="rId15"/>
    <p:sldLayoutId id="2147483781" r:id="rId16"/>
    <p:sldLayoutId id="2147483782" r:id="rId17"/>
    <p:sldLayoutId id="2147483783" r:id="rId18"/>
    <p:sldLayoutId id="2147483784" r:id="rId19"/>
    <p:sldLayoutId id="2147483785" r:id="rId20"/>
    <p:sldLayoutId id="2147483786" r:id="rId21"/>
    <p:sldLayoutId id="2147483787" r:id="rId22"/>
    <p:sldLayoutId id="2147483788" r:id="rId23"/>
    <p:sldLayoutId id="2147483789" r:id="rId24"/>
    <p:sldLayoutId id="2147483790" r:id="rId25"/>
    <p:sldLayoutId id="2147483791" r:id="rId26"/>
    <p:sldLayoutId id="2147483792" r:id="rId27"/>
    <p:sldLayoutId id="2147483793" r:id="rId28"/>
    <p:sldLayoutId id="2147483794" r:id="rId29"/>
    <p:sldLayoutId id="2147483795" r:id="rId30"/>
    <p:sldLayoutId id="2147483796" r:id="rId31"/>
    <p:sldLayoutId id="2147483797" r:id="rId32"/>
    <p:sldLayoutId id="2147483798" r:id="rId33"/>
    <p:sldLayoutId id="2147483799" r:id="rId34"/>
    <p:sldLayoutId id="2147483800" r:id="rId35"/>
    <p:sldLayoutId id="2147483801" r:id="rId36"/>
    <p:sldLayoutId id="2147483802" r:id="rId37"/>
    <p:sldLayoutId id="2147483804" r:id="rId38"/>
    <p:sldLayoutId id="2147483805" r:id="rId39"/>
    <p:sldLayoutId id="2147483806" r:id="rId40"/>
    <p:sldLayoutId id="2147483807" r:id="rId41"/>
    <p:sldLayoutId id="2147483808" r:id="rId42"/>
    <p:sldLayoutId id="2147483809" r:id="rId43"/>
    <p:sldLayoutId id="2147483810" r:id="rId44"/>
    <p:sldLayoutId id="2147483811" r:id="rId45"/>
    <p:sldLayoutId id="2147483812" r:id="rId46"/>
    <p:sldLayoutId id="2147483813" r:id="rId47"/>
    <p:sldLayoutId id="2147483814" r:id="rId48"/>
    <p:sldLayoutId id="2147483815" r:id="rId49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b="0" i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aec.cse.rishikamishra@gmail.com" TargetMode="External"/><Relationship Id="rId2" Type="http://schemas.openxmlformats.org/officeDocument/2006/relationships/hyperlink" Target="mailto:aec.cse.sharmisthaj904@gmail.com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aec.cse.shreyabanerjee002@gmail.com" TargetMode="External"/><Relationship Id="rId4" Type="http://schemas.openxmlformats.org/officeDocument/2006/relationships/hyperlink" Target="mailto:aec.cse.raginigupta555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0372" y="523598"/>
            <a:ext cx="5453628" cy="2166830"/>
          </a:xfrm>
        </p:spPr>
        <p:txBody>
          <a:bodyPr>
            <a:normAutofit/>
          </a:bodyPr>
          <a:lstStyle/>
          <a:p>
            <a:r>
              <a:rPr lang="en-US" sz="6600" i="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anose="0204060206030A020304" pitchFamily="18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Personality Detection from Resume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94499" y="2982442"/>
            <a:ext cx="3523444" cy="446558"/>
          </a:xfrm>
        </p:spPr>
        <p:txBody>
          <a:bodyPr>
            <a:noAutofit/>
          </a:bodyPr>
          <a:lstStyle/>
          <a:p>
            <a:r>
              <a:rPr lang="en-US" sz="1800" u="sng" dirty="0"/>
              <a:t>Project Mentor:</a:t>
            </a:r>
          </a:p>
          <a:p>
            <a:r>
              <a:rPr lang="en-US" sz="1800" dirty="0"/>
              <a:t>    </a:t>
            </a:r>
            <a:r>
              <a:rPr lang="en-US" sz="1400" b="1" dirty="0"/>
              <a:t>PROF. ARNAB CHAKRABORTY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1BF5C5-307E-45A3-658F-14EB8B362156}"/>
              </a:ext>
            </a:extLst>
          </p:cNvPr>
          <p:cNvSpPr txBox="1"/>
          <p:nvPr/>
        </p:nvSpPr>
        <p:spPr>
          <a:xfrm>
            <a:off x="1334956" y="3562978"/>
            <a:ext cx="44441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u="sng" dirty="0"/>
              <a:t>Team Members:</a:t>
            </a:r>
          </a:p>
          <a:p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1DBC78-6B3A-33F7-B208-1C4411A9973F}"/>
              </a:ext>
            </a:extLst>
          </p:cNvPr>
          <p:cNvSpPr txBox="1"/>
          <p:nvPr/>
        </p:nvSpPr>
        <p:spPr>
          <a:xfrm>
            <a:off x="2008056" y="4020029"/>
            <a:ext cx="419185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Sharmistha Das (10800123186)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Rishika Mishra (10800123164)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Ragini Gupta (10800123145)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Shreya Banerjee (10800123192)</a:t>
            </a:r>
          </a:p>
        </p:txBody>
      </p:sp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0D9FB-B08B-6550-BEBF-B43074192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84" y="2255015"/>
            <a:ext cx="6303475" cy="1322744"/>
          </a:xfrm>
        </p:spPr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149EA2-26DD-D528-12A9-FCAB0A6234DA}"/>
              </a:ext>
            </a:extLst>
          </p:cNvPr>
          <p:cNvSpPr txBox="1"/>
          <p:nvPr/>
        </p:nvSpPr>
        <p:spPr>
          <a:xfrm>
            <a:off x="5928852" y="757083"/>
            <a:ext cx="55060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Project Objectives &amp; Scope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Data Description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Methodology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Data Preprocessing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Models Used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Accuracy Comparison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Inference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Future Scope of Improvements</a:t>
            </a:r>
          </a:p>
          <a:p>
            <a:endParaRPr lang="en-IN" sz="24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CF80517-D439-52AB-BF90-7D6F5BA03A22}"/>
              </a:ext>
            </a:extLst>
          </p:cNvPr>
          <p:cNvCxnSpPr>
            <a:cxnSpLocks/>
          </p:cNvCxnSpPr>
          <p:nvPr/>
        </p:nvCxnSpPr>
        <p:spPr>
          <a:xfrm>
            <a:off x="5499100" y="330200"/>
            <a:ext cx="0" cy="6248400"/>
          </a:xfrm>
          <a:prstGeom prst="line">
            <a:avLst/>
          </a:prstGeom>
          <a:ln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5177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0155" y="2507226"/>
            <a:ext cx="6952007" cy="3059328"/>
          </a:xfrm>
        </p:spPr>
        <p:txBody>
          <a:bodyPr>
            <a:normAutofit/>
          </a:bodyPr>
          <a:lstStyle/>
          <a:p>
            <a:r>
              <a:rPr lang="en-US" sz="3600" i="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2B0E82-CEFA-6746-76FC-C877F53A38B0}"/>
              </a:ext>
            </a:extLst>
          </p:cNvPr>
          <p:cNvSpPr txBox="1"/>
          <p:nvPr/>
        </p:nvSpPr>
        <p:spPr>
          <a:xfrm>
            <a:off x="2989006" y="619432"/>
            <a:ext cx="655583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>
                    <a:lumMod val="20000"/>
                    <a:lumOff val="80000"/>
                  </a:schemeClr>
                </a:solidFill>
                <a:latin typeface="Footlight MT Light" panose="0204060206030A020304" pitchFamily="18" charset="0"/>
              </a:rPr>
              <a:t>Project Objective and Scope</a:t>
            </a:r>
            <a:endParaRPr lang="en-IN" sz="4400" dirty="0">
              <a:solidFill>
                <a:schemeClr val="bg1">
                  <a:lumMod val="20000"/>
                  <a:lumOff val="80000"/>
                </a:schemeClr>
              </a:solidFill>
              <a:latin typeface="Footlight MT Light" panose="0204060206030A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8D0CD4-8B37-9C5B-3601-E32C3AB5EFDC}"/>
              </a:ext>
            </a:extLst>
          </p:cNvPr>
          <p:cNvSpPr txBox="1"/>
          <p:nvPr/>
        </p:nvSpPr>
        <p:spPr>
          <a:xfrm>
            <a:off x="914400" y="1691148"/>
            <a:ext cx="18998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Objectives: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6BD3E3-4146-35E3-B24A-5C23ACE0F9F5}"/>
              </a:ext>
            </a:extLst>
          </p:cNvPr>
          <p:cNvSpPr txBox="1"/>
          <p:nvPr/>
        </p:nvSpPr>
        <p:spPr>
          <a:xfrm>
            <a:off x="914400" y="2330245"/>
            <a:ext cx="747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Predict candidate personality traits using resume text.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Provide insights for recruitment and career guidance.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Apply on the test datasets and compare the differences in the results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4AFA05-E8A3-18B2-395C-8047E3A40DA7}"/>
              </a:ext>
            </a:extLst>
          </p:cNvPr>
          <p:cNvSpPr txBox="1"/>
          <p:nvPr/>
        </p:nvSpPr>
        <p:spPr>
          <a:xfrm>
            <a:off x="918879" y="3604426"/>
            <a:ext cx="12522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Scope:</a:t>
            </a:r>
            <a:endParaRPr lang="en-IN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0DB91B-1AAA-B3FA-441E-D2C55407E96A}"/>
              </a:ext>
            </a:extLst>
          </p:cNvPr>
          <p:cNvSpPr txBox="1"/>
          <p:nvPr/>
        </p:nvSpPr>
        <p:spPr>
          <a:xfrm>
            <a:off x="911180" y="4304627"/>
            <a:ext cx="50289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Useful for HR teams to shortlist candidates.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Helps in training and career recommendation.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Can be applied across industries.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396EA-8C15-EC52-7983-D448C4394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56FD-B9ED-821B-61D6-EA8DDA37F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8575" y="215901"/>
            <a:ext cx="7837662" cy="1116975"/>
          </a:xfrm>
        </p:spPr>
        <p:txBody>
          <a:bodyPr/>
          <a:lstStyle/>
          <a:p>
            <a:r>
              <a:rPr lang="en-US" i="0" dirty="0">
                <a:latin typeface="Footlight MT Light" panose="0204060206030A020304" pitchFamily="18" charset="0"/>
              </a:rPr>
              <a:t>Data description </a:t>
            </a:r>
            <a:endParaRPr lang="en-IN" i="0" dirty="0">
              <a:latin typeface="Footlight MT Light" panose="0204060206030A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F5F1AF-5B8D-C431-80FD-5561918880BF}"/>
              </a:ext>
            </a:extLst>
          </p:cNvPr>
          <p:cNvSpPr txBox="1"/>
          <p:nvPr/>
        </p:nvSpPr>
        <p:spPr>
          <a:xfrm>
            <a:off x="1003300" y="1600200"/>
            <a:ext cx="10388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dataset used for this project consists of structured resume information collected from Kaggle. It contains </a:t>
            </a:r>
            <a:r>
              <a:rPr lang="en-IN" b="1" dirty="0"/>
              <a:t>~9,500 records</a:t>
            </a:r>
            <a:r>
              <a:rPr lang="en-IN" dirty="0"/>
              <a:t> and multiple columns that describe various aspects of a candidate’s resume, such as skills, education, experience, and job positions. The target variable is the </a:t>
            </a:r>
            <a:r>
              <a:rPr lang="en-IN" b="1" dirty="0"/>
              <a:t>personality label (MBTI type)</a:t>
            </a:r>
            <a:r>
              <a:rPr lang="en-IN" dirty="0"/>
              <a:t>, which is mapped to resumes based on their features.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1DB11E-235B-2850-FD4D-A9ED63E72AA9}"/>
              </a:ext>
            </a:extLst>
          </p:cNvPr>
          <p:cNvSpPr txBox="1"/>
          <p:nvPr/>
        </p:nvSpPr>
        <p:spPr>
          <a:xfrm>
            <a:off x="1039192" y="3081656"/>
            <a:ext cx="93670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Dataset Characteristics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Total Records</a:t>
            </a:r>
            <a:r>
              <a:rPr lang="en-IN" dirty="0"/>
              <a:t>: 9,544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Features</a:t>
            </a:r>
            <a:r>
              <a:rPr lang="en-IN" dirty="0"/>
              <a:t>: 30+ attributes including career objective, skills, education, job roles, certifications, etc.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Target Variable</a:t>
            </a:r>
            <a:r>
              <a:rPr lang="en-IN" dirty="0"/>
              <a:t>: MBTI personality type (INTJ, ENTP, INFJ, ESTJ, etc.).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F2AD80-858E-D05D-1D8D-0EE923D82C6E}"/>
              </a:ext>
            </a:extLst>
          </p:cNvPr>
          <p:cNvSpPr txBox="1"/>
          <p:nvPr/>
        </p:nvSpPr>
        <p:spPr>
          <a:xfrm>
            <a:off x="1039192" y="4470400"/>
            <a:ext cx="109918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Data Types</a:t>
            </a:r>
            <a:r>
              <a:rPr lang="en-IN" dirty="0"/>
              <a:t>: Mostly categorical/text, with one numeric column (</a:t>
            </a:r>
            <a:r>
              <a:rPr lang="en-IN" dirty="0" err="1"/>
              <a:t>matched_score</a:t>
            </a:r>
            <a:r>
              <a:rPr lang="en-IN" dirty="0"/>
              <a:t>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Missing Values</a:t>
            </a:r>
            <a:r>
              <a:rPr lang="en-IN" dirty="0"/>
              <a:t>: Present in several columns (e.g., </a:t>
            </a:r>
            <a:r>
              <a:rPr lang="en-IN" dirty="0" err="1"/>
              <a:t>career_objective</a:t>
            </a:r>
            <a:r>
              <a:rPr lang="en-IN" dirty="0"/>
              <a:t>, </a:t>
            </a:r>
            <a:r>
              <a:rPr lang="en-IN" dirty="0" err="1"/>
              <a:t>experience_requirement</a:t>
            </a:r>
            <a:r>
              <a:rPr lang="en-IN" dirty="0"/>
              <a:t>, address, etc.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3308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B6D58-BB3A-DD51-6FD5-6B7C8148E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D4E93F-FC65-7A1C-2D87-5A8E77347A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527557"/>
              </p:ext>
            </p:extLst>
          </p:nvPr>
        </p:nvGraphicFramePr>
        <p:xfrm>
          <a:off x="1460500" y="933966"/>
          <a:ext cx="9702800" cy="555453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940560">
                  <a:extLst>
                    <a:ext uri="{9D8B030D-6E8A-4147-A177-3AD203B41FA5}">
                      <a16:colId xmlns:a16="http://schemas.microsoft.com/office/drawing/2014/main" val="516112236"/>
                    </a:ext>
                  </a:extLst>
                </a:gridCol>
                <a:gridCol w="1940560">
                  <a:extLst>
                    <a:ext uri="{9D8B030D-6E8A-4147-A177-3AD203B41FA5}">
                      <a16:colId xmlns:a16="http://schemas.microsoft.com/office/drawing/2014/main" val="3604647507"/>
                    </a:ext>
                  </a:extLst>
                </a:gridCol>
                <a:gridCol w="1940560">
                  <a:extLst>
                    <a:ext uri="{9D8B030D-6E8A-4147-A177-3AD203B41FA5}">
                      <a16:colId xmlns:a16="http://schemas.microsoft.com/office/drawing/2014/main" val="2252198896"/>
                    </a:ext>
                  </a:extLst>
                </a:gridCol>
                <a:gridCol w="1940560">
                  <a:extLst>
                    <a:ext uri="{9D8B030D-6E8A-4147-A177-3AD203B41FA5}">
                      <a16:colId xmlns:a16="http://schemas.microsoft.com/office/drawing/2014/main" val="2046090706"/>
                    </a:ext>
                  </a:extLst>
                </a:gridCol>
                <a:gridCol w="1940560">
                  <a:extLst>
                    <a:ext uri="{9D8B030D-6E8A-4147-A177-3AD203B41FA5}">
                      <a16:colId xmlns:a16="http://schemas.microsoft.com/office/drawing/2014/main" val="3373564530"/>
                    </a:ext>
                  </a:extLst>
                </a:gridCol>
              </a:tblGrid>
              <a:tr h="32870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Column Name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Non-Null Count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Null Count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Data Type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Description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extLst>
                  <a:ext uri="{0D108BD9-81ED-4DB2-BD59-A6C34878D82A}">
                    <a16:rowId xmlns:a16="http://schemas.microsoft.com/office/drawing/2014/main" val="3048303258"/>
                  </a:ext>
                </a:extLst>
              </a:tr>
              <a:tr h="49151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</a:t>
                      </a:r>
                      <a:r>
                        <a:rPr lang="en-IN" sz="1400" kern="100" dirty="0" err="1">
                          <a:effectLst/>
                        </a:rPr>
                        <a:t>career_objective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4740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4804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object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Candidate’s professional goal/objective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extLst>
                  <a:ext uri="{0D108BD9-81ED-4DB2-BD59-A6C34878D82A}">
                    <a16:rowId xmlns:a16="http://schemas.microsoft.com/office/drawing/2014/main" val="466605"/>
                  </a:ext>
                </a:extLst>
              </a:tr>
              <a:tr h="32870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skills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9488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56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object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Candidate’s listed skills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extLst>
                  <a:ext uri="{0D108BD9-81ED-4DB2-BD59-A6C34878D82A}">
                    <a16:rowId xmlns:a16="http://schemas.microsoft.com/office/drawing/2014/main" val="3538853938"/>
                  </a:ext>
                </a:extLst>
              </a:tr>
              <a:tr h="32870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</a:t>
                      </a:r>
                      <a:r>
                        <a:rPr lang="en-IN" sz="1400" kern="100" dirty="0" err="1">
                          <a:effectLst/>
                        </a:rPr>
                        <a:t>degree_names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9460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84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object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Academic degree(s) held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extLst>
                  <a:ext uri="{0D108BD9-81ED-4DB2-BD59-A6C34878D82A}">
                    <a16:rowId xmlns:a16="http://schemas.microsoft.com/office/drawing/2014/main" val="2310727673"/>
                  </a:ext>
                </a:extLst>
              </a:tr>
              <a:tr h="32870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</a:t>
                      </a:r>
                      <a:r>
                        <a:rPr lang="en-IN" sz="1400" kern="100" dirty="0" err="1">
                          <a:effectLst/>
                        </a:rPr>
                        <a:t>educational_institution</a:t>
                      </a:r>
                      <a:r>
                        <a:rPr lang="en-IN" sz="1400" kern="100" dirty="0">
                          <a:effectLst/>
                        </a:rPr>
                        <a:t>_ name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9460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84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object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Name of university/college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extLst>
                  <a:ext uri="{0D108BD9-81ED-4DB2-BD59-A6C34878D82A}">
                    <a16:rowId xmlns:a16="http://schemas.microsoft.com/office/drawing/2014/main" val="4100955021"/>
                  </a:ext>
                </a:extLst>
              </a:tr>
              <a:tr h="32870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</a:t>
                      </a:r>
                      <a:r>
                        <a:rPr lang="en-IN" sz="1400" kern="100" dirty="0" err="1">
                          <a:effectLst/>
                        </a:rPr>
                        <a:t>job_position_name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9544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0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object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Current or desired job position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extLst>
                  <a:ext uri="{0D108BD9-81ED-4DB2-BD59-A6C34878D82A}">
                    <a16:rowId xmlns:a16="http://schemas.microsoft.com/office/drawing/2014/main" val="3228731245"/>
                  </a:ext>
                </a:extLst>
              </a:tr>
              <a:tr h="49151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</a:t>
                      </a:r>
                      <a:r>
                        <a:rPr lang="en-IN" sz="1400" kern="100" dirty="0" err="1">
                          <a:effectLst/>
                        </a:rPr>
                        <a:t>experiencere_requirem</a:t>
                      </a:r>
                      <a:endParaRPr lang="en-IN" sz="1400" kern="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 err="1">
                          <a:effectLst/>
                        </a:rPr>
                        <a:t>ent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8180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1364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object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Years of required/mentioned work experience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extLst>
                  <a:ext uri="{0D108BD9-81ED-4DB2-BD59-A6C34878D82A}">
                    <a16:rowId xmlns:a16="http://schemas.microsoft.com/office/drawing/2014/main" val="64492026"/>
                  </a:ext>
                </a:extLst>
              </a:tr>
              <a:tr h="49151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</a:t>
                      </a:r>
                      <a:r>
                        <a:rPr lang="en-IN" sz="1400" kern="100" dirty="0" err="1">
                          <a:effectLst/>
                        </a:rPr>
                        <a:t>age_requirement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5457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4087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object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Age-related requirements if specified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extLst>
                  <a:ext uri="{0D108BD9-81ED-4DB2-BD59-A6C34878D82A}">
                    <a16:rowId xmlns:a16="http://schemas.microsoft.com/office/drawing/2014/main" val="2905151716"/>
                  </a:ext>
                </a:extLst>
              </a:tr>
              <a:tr h="49151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certifications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2008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7536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object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Certifications acquired by candidate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extLst>
                  <a:ext uri="{0D108BD9-81ED-4DB2-BD59-A6C34878D82A}">
                    <a16:rowId xmlns:a16="http://schemas.microsoft.com/office/drawing/2014/main" val="147780215"/>
                  </a:ext>
                </a:extLst>
              </a:tr>
              <a:tr h="49151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Responsibilities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9544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0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object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Roles and responsibilities in past jobs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extLst>
                  <a:ext uri="{0D108BD9-81ED-4DB2-BD59-A6C34878D82A}">
                    <a16:rowId xmlns:a16="http://schemas.microsoft.com/office/drawing/2014/main" val="594842373"/>
                  </a:ext>
                </a:extLst>
              </a:tr>
              <a:tr h="49151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</a:t>
                      </a:r>
                      <a:r>
                        <a:rPr lang="en-IN" sz="1400" kern="100" dirty="0" err="1">
                          <a:effectLst/>
                        </a:rPr>
                        <a:t>matched_score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9544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0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Float64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Matching score between resume and job profile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0" marR="6320" marT="6320" marB="6320" anchor="ctr"/>
                </a:tc>
                <a:extLst>
                  <a:ext uri="{0D108BD9-81ED-4DB2-BD59-A6C34878D82A}">
                    <a16:rowId xmlns:a16="http://schemas.microsoft.com/office/drawing/2014/main" val="16572492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229062E-953D-3CBE-FCE2-E096F830C76F}"/>
              </a:ext>
            </a:extLst>
          </p:cNvPr>
          <p:cNvSpPr txBox="1"/>
          <p:nvPr/>
        </p:nvSpPr>
        <p:spPr>
          <a:xfrm>
            <a:off x="4571319" y="369495"/>
            <a:ext cx="3049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Table 1 : Feature Information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5498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1631A-8F2A-CA2F-DCC6-8B244B8D3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4DA35C4-E727-3C5F-C262-6F2CFB9793C5}"/>
              </a:ext>
            </a:extLst>
          </p:cNvPr>
          <p:cNvSpPr txBox="1"/>
          <p:nvPr/>
        </p:nvSpPr>
        <p:spPr>
          <a:xfrm>
            <a:off x="4571319" y="369495"/>
            <a:ext cx="4022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Table 1 : Text Feature Length Statistics</a:t>
            </a: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3F96204-5B08-506E-20A2-6674A44CF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646693"/>
              </p:ext>
            </p:extLst>
          </p:nvPr>
        </p:nvGraphicFramePr>
        <p:xfrm>
          <a:off x="1057275" y="1092200"/>
          <a:ext cx="10653713" cy="51054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521959">
                  <a:extLst>
                    <a:ext uri="{9D8B030D-6E8A-4147-A177-3AD203B41FA5}">
                      <a16:colId xmlns:a16="http://schemas.microsoft.com/office/drawing/2014/main" val="3560848079"/>
                    </a:ext>
                  </a:extLst>
                </a:gridCol>
                <a:gridCol w="1521959">
                  <a:extLst>
                    <a:ext uri="{9D8B030D-6E8A-4147-A177-3AD203B41FA5}">
                      <a16:colId xmlns:a16="http://schemas.microsoft.com/office/drawing/2014/main" val="3558484685"/>
                    </a:ext>
                  </a:extLst>
                </a:gridCol>
                <a:gridCol w="1521959">
                  <a:extLst>
                    <a:ext uri="{9D8B030D-6E8A-4147-A177-3AD203B41FA5}">
                      <a16:colId xmlns:a16="http://schemas.microsoft.com/office/drawing/2014/main" val="815459560"/>
                    </a:ext>
                  </a:extLst>
                </a:gridCol>
                <a:gridCol w="1521959">
                  <a:extLst>
                    <a:ext uri="{9D8B030D-6E8A-4147-A177-3AD203B41FA5}">
                      <a16:colId xmlns:a16="http://schemas.microsoft.com/office/drawing/2014/main" val="1492542116"/>
                    </a:ext>
                  </a:extLst>
                </a:gridCol>
                <a:gridCol w="1521959">
                  <a:extLst>
                    <a:ext uri="{9D8B030D-6E8A-4147-A177-3AD203B41FA5}">
                      <a16:colId xmlns:a16="http://schemas.microsoft.com/office/drawing/2014/main" val="3327088689"/>
                    </a:ext>
                  </a:extLst>
                </a:gridCol>
                <a:gridCol w="1521959">
                  <a:extLst>
                    <a:ext uri="{9D8B030D-6E8A-4147-A177-3AD203B41FA5}">
                      <a16:colId xmlns:a16="http://schemas.microsoft.com/office/drawing/2014/main" val="1594275435"/>
                    </a:ext>
                  </a:extLst>
                </a:gridCol>
                <a:gridCol w="1521959">
                  <a:extLst>
                    <a:ext uri="{9D8B030D-6E8A-4147-A177-3AD203B41FA5}">
                      <a16:colId xmlns:a16="http://schemas.microsoft.com/office/drawing/2014/main" val="3927485558"/>
                    </a:ext>
                  </a:extLst>
                </a:gridCol>
              </a:tblGrid>
              <a:tr h="42867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Feature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Min Length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25%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Median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75%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Max Length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Description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27983107"/>
                  </a:ext>
                </a:extLst>
              </a:tr>
              <a:tr h="127312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</a:t>
                      </a:r>
                      <a:r>
                        <a:rPr lang="en-IN" sz="1400" kern="100" dirty="0" err="1">
                          <a:effectLst/>
                        </a:rPr>
                        <a:t>career_objective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26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144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210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268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1425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Candidate’s objective/summary statement length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27261694"/>
                  </a:ext>
                </a:extLst>
              </a:tr>
              <a:tr h="8509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skills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2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161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243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504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3104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Length of skills list (characters)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45961326"/>
                  </a:ext>
                </a:extLst>
              </a:tr>
              <a:tr h="8509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</a:t>
                      </a:r>
                      <a:r>
                        <a:rPr lang="en-IN" sz="1400" kern="100" dirty="0" err="1">
                          <a:effectLst/>
                        </a:rPr>
                        <a:t>degree_names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6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10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22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39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472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Degree names length (characters)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58909811"/>
                  </a:ext>
                </a:extLst>
              </a:tr>
              <a:tr h="8509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</a:t>
                      </a:r>
                      <a:r>
                        <a:rPr lang="en-IN" sz="1400" kern="100" dirty="0" err="1">
                          <a:effectLst/>
                        </a:rPr>
                        <a:t>educational_instit</a:t>
                      </a:r>
                      <a:r>
                        <a:rPr lang="en-IN" sz="1400" kern="100" dirty="0">
                          <a:effectLst/>
                        </a:rPr>
                        <a:t>   </a:t>
                      </a: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 -</a:t>
                      </a:r>
                      <a:r>
                        <a:rPr lang="en-IN" sz="1400" kern="100" dirty="0" err="1">
                          <a:effectLst/>
                        </a:rPr>
                        <a:t>ution_name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8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27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42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61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212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>
                          <a:effectLst/>
                        </a:rPr>
                        <a:t>Institution name length (characters)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2125291"/>
                  </a:ext>
                </a:extLst>
              </a:tr>
              <a:tr h="8509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</a:t>
                      </a:r>
                      <a:r>
                        <a:rPr lang="en-IN" sz="1400" kern="100" dirty="0" err="1">
                          <a:effectLst/>
                        </a:rPr>
                        <a:t>job_position</a:t>
                      </a:r>
                      <a:r>
                        <a:rPr lang="en-IN" sz="1400" kern="100" dirty="0">
                          <a:effectLst/>
                        </a:rPr>
                        <a:t>_</a:t>
                      </a: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Name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5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12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22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35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 150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</a:rPr>
                        <a:t>Job title length (characters)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47362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9870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2B9A2-9B61-F401-C45D-043799CC1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B3D509-1B7C-8309-2D09-B523C33449E8}"/>
              </a:ext>
            </a:extLst>
          </p:cNvPr>
          <p:cNvSpPr txBox="1"/>
          <p:nvPr/>
        </p:nvSpPr>
        <p:spPr>
          <a:xfrm>
            <a:off x="774019" y="420295"/>
            <a:ext cx="34004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/>
              <a:t>Insights from Dataset</a:t>
            </a:r>
            <a:endParaRPr lang="en-IN" sz="2400" dirty="0"/>
          </a:p>
          <a:p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847E69-4BC2-7FE9-E494-7904E5D906D0}"/>
              </a:ext>
            </a:extLst>
          </p:cNvPr>
          <p:cNvSpPr txBox="1"/>
          <p:nvPr/>
        </p:nvSpPr>
        <p:spPr>
          <a:xfrm>
            <a:off x="1092199" y="722580"/>
            <a:ext cx="103257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buNone/>
            </a:pPr>
            <a:r>
              <a:rPr lang="en-IN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buNone/>
              <a:tabLst>
                <a:tab pos="457200" algn="l"/>
              </a:tabLst>
            </a:pPr>
            <a:r>
              <a:rPr lang="en-IN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1. Career Objective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is available in ~50% of resumes; it varies from very short (26 characters) to detailed statements (1425 characters).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11BDEC-2ACC-53ED-68EF-FF780129B280}"/>
              </a:ext>
            </a:extLst>
          </p:cNvPr>
          <p:cNvSpPr txBox="1"/>
          <p:nvPr/>
        </p:nvSpPr>
        <p:spPr>
          <a:xfrm>
            <a:off x="1092200" y="1759586"/>
            <a:ext cx="101346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buNone/>
            </a:pPr>
            <a: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marL="342900" lvl="0" indent="-342900">
              <a:buNone/>
              <a:tabLst>
                <a:tab pos="457200" algn="l"/>
              </a:tabLst>
            </a:pPr>
            <a:r>
              <a:rPr lang="en-IN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2. Skills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are well populated, with a median length of ~243 characters, reflecting a mix of technical and soft skills.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80EAA5-5CF3-6625-9DD1-0D6E81E1C80D}"/>
              </a:ext>
            </a:extLst>
          </p:cNvPr>
          <p:cNvSpPr txBox="1"/>
          <p:nvPr/>
        </p:nvSpPr>
        <p:spPr>
          <a:xfrm>
            <a:off x="1092200" y="2959915"/>
            <a:ext cx="10007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None/>
              <a:tabLst>
                <a:tab pos="457200" algn="l"/>
              </a:tabLst>
            </a:pPr>
            <a:r>
              <a:rPr lang="en-IN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3. Degree Names and Institutions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are consistent with typical resume formats (median length ~22–42 characters).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F7FF8F-F772-44B5-2F96-A0ED58835A48}"/>
              </a:ext>
            </a:extLst>
          </p:cNvPr>
          <p:cNvSpPr txBox="1"/>
          <p:nvPr/>
        </p:nvSpPr>
        <p:spPr>
          <a:xfrm>
            <a:off x="1092200" y="3790912"/>
            <a:ext cx="103257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None/>
              <a:tabLst>
                <a:tab pos="457200" algn="l"/>
              </a:tabLst>
            </a:pPr>
            <a:r>
              <a:rPr lang="en-IN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4. Job Position Names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are always present, with reasonable lengths (median ~22 characters).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459021-8DD3-A514-CA5D-3CCE9E0E4837}"/>
              </a:ext>
            </a:extLst>
          </p:cNvPr>
          <p:cNvSpPr txBox="1"/>
          <p:nvPr/>
        </p:nvSpPr>
        <p:spPr>
          <a:xfrm>
            <a:off x="1092200" y="4621909"/>
            <a:ext cx="102235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None/>
              <a:tabLst>
                <a:tab pos="457200" algn="l"/>
              </a:tabLst>
            </a:pPr>
            <a:r>
              <a:rPr lang="en-IN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5.Matched Score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is a numeric column (0–0.97), representing how well a resume aligns with a job posting, which can be used as a strong feature for prediction.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D1C29B-179F-0CD7-C6E5-6627D407F4F2}"/>
              </a:ext>
            </a:extLst>
          </p:cNvPr>
          <p:cNvSpPr txBox="1"/>
          <p:nvPr/>
        </p:nvSpPr>
        <p:spPr>
          <a:xfrm>
            <a:off x="1181100" y="5597359"/>
            <a:ext cx="99187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None/>
              <a:tabLst>
                <a:tab pos="457200" algn="l"/>
              </a:tabLst>
            </a:pP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6. Several columns like </a:t>
            </a:r>
            <a:r>
              <a:rPr lang="en-IN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address, extracurriculars, certifications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have high missing values and may need to be dropped or imputed.</a:t>
            </a:r>
          </a:p>
        </p:txBody>
      </p:sp>
    </p:spTree>
    <p:extLst>
      <p:ext uri="{BB962C8B-B14F-4D97-AF65-F5344CB8AC3E}">
        <p14:creationId xmlns:p14="http://schemas.microsoft.com/office/powerpoint/2010/main" val="4120995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B8B15-3DD9-58B1-1023-CDC676EAB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B0D40E-8B99-4D5E-C7AA-E3C303DA7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415" y="586153"/>
            <a:ext cx="6899816" cy="894237"/>
          </a:xfrm>
        </p:spPr>
        <p:txBody>
          <a:bodyPr/>
          <a:lstStyle/>
          <a:p>
            <a:r>
              <a:rPr lang="en-US" i="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anose="0204060206030A020304" pitchFamily="18" charset="0"/>
              </a:rPr>
              <a:t>Methodology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971FFE-7B83-2CDC-1B2C-296EC259D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5877" y="0"/>
            <a:ext cx="4736123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698318-E5B5-5DB8-DDCF-00889DD52AD4}"/>
              </a:ext>
            </a:extLst>
          </p:cNvPr>
          <p:cNvSpPr txBox="1"/>
          <p:nvPr/>
        </p:nvSpPr>
        <p:spPr>
          <a:xfrm>
            <a:off x="837415" y="1776047"/>
            <a:ext cx="600221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Collect and label resume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Preprocess text (cleaning, normalization).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Extract features using TF-IDF (unigrams + bigrams).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Train supervised (Logistic Regression, Random Forest) &amp;  unsupervised (K-Means, Hierarchical) models.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Compare model performance using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Deploy best model in an interactive </a:t>
            </a:r>
            <a:r>
              <a:rPr lang="en-IN" dirty="0" err="1"/>
              <a:t>Streamlit</a:t>
            </a:r>
            <a:r>
              <a:rPr lang="en-IN" dirty="0"/>
              <a:t> app.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9996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360D7-F74C-CD9E-C576-1CB8FFE87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3163" y="435255"/>
            <a:ext cx="8949922" cy="2793637"/>
          </a:xfrm>
        </p:spPr>
        <p:txBody>
          <a:bodyPr>
            <a:normAutofit/>
          </a:bodyPr>
          <a:lstStyle/>
          <a:p>
            <a:r>
              <a:rPr lang="en-US" sz="4800" i="0" dirty="0">
                <a:latin typeface="Footlight MT Light" panose="0204060206030A020304" pitchFamily="18" charset="0"/>
              </a:rPr>
              <a:t>Data preprocessing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A321F66-6B12-AEB6-A20A-5A8721FDB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all text 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lowercase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9E3D7AC-A9EF-448C-AE48-47993F831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1707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DA2D60-3FEB-7AA2-D929-5FFE624709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430" y="2564749"/>
            <a:ext cx="5224741" cy="3170653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7F5AE34-32DC-EECB-D8EA-685CE9170C56}"/>
              </a:ext>
            </a:extLst>
          </p:cNvPr>
          <p:cNvSpPr txBox="1"/>
          <p:nvPr/>
        </p:nvSpPr>
        <p:spPr>
          <a:xfrm>
            <a:off x="1663813" y="5805253"/>
            <a:ext cx="4426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40000"/>
                    <a:lumOff val="60000"/>
                  </a:schemeClr>
                </a:solidFill>
              </a:rPr>
              <a:t>The plot showed that the dataset was complete, with no missing records.</a:t>
            </a:r>
            <a:endParaRPr lang="en-IN" dirty="0">
              <a:solidFill>
                <a:schemeClr val="bg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3084A5-181C-378F-F95C-94C53A48445E}"/>
              </a:ext>
            </a:extLst>
          </p:cNvPr>
          <p:cNvSpPr txBox="1"/>
          <p:nvPr/>
        </p:nvSpPr>
        <p:spPr>
          <a:xfrm>
            <a:off x="683608" y="1202072"/>
            <a:ext cx="53726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Missing Values(Null Values): </a:t>
            </a:r>
          </a:p>
          <a:p>
            <a:r>
              <a:rPr lang="en-IN" dirty="0"/>
              <a:t> Rows with missing text (resume content) or missing labels  (personality type) were dropped from the dataset to maintain data integrity.</a:t>
            </a:r>
          </a:p>
          <a:p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19F382-8A42-339C-5C32-C5A91C169BBD}"/>
              </a:ext>
            </a:extLst>
          </p:cNvPr>
          <p:cNvSpPr txBox="1"/>
          <p:nvPr/>
        </p:nvSpPr>
        <p:spPr>
          <a:xfrm>
            <a:off x="6702670" y="1335751"/>
            <a:ext cx="32591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Handling outliers:</a:t>
            </a:r>
          </a:p>
          <a:p>
            <a:endParaRPr lang="en-IN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B0D436D-EBE9-44B8-A727-A9D82E5D1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3711" y="4358640"/>
            <a:ext cx="3270289" cy="2427909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9149403-A477-C3CA-A476-8174A4ECB5C0}"/>
              </a:ext>
            </a:extLst>
          </p:cNvPr>
          <p:cNvSpPr txBox="1"/>
          <p:nvPr/>
        </p:nvSpPr>
        <p:spPr>
          <a:xfrm>
            <a:off x="9854000" y="5421428"/>
            <a:ext cx="23723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After handling outliers, </a:t>
            </a:r>
            <a:r>
              <a:rPr lang="en-US" sz="1800" b="1" dirty="0">
                <a:solidFill>
                  <a:schemeClr val="bg1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3,881 resumes</a:t>
            </a:r>
            <a:r>
              <a:rPr lang="en-US" sz="1800" dirty="0">
                <a:solidFill>
                  <a:schemeClr val="bg1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remained.</a:t>
            </a:r>
            <a:endParaRPr lang="en-IN" sz="1200" dirty="0">
              <a:solidFill>
                <a:schemeClr val="bg1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6342D35-29E2-C264-71CE-1775E744EB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817" y="1882552"/>
            <a:ext cx="3909411" cy="2184717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48D4CCD-760D-9483-0D5F-A4F244AA3040}"/>
              </a:ext>
            </a:extLst>
          </p:cNvPr>
          <p:cNvSpPr txBox="1"/>
          <p:nvPr/>
        </p:nvSpPr>
        <p:spPr>
          <a:xfrm>
            <a:off x="10584085" y="2654202"/>
            <a:ext cx="15966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Word count Distribution after Outlier Removal</a:t>
            </a:r>
            <a:endParaRPr lang="en-IN" dirty="0">
              <a:solidFill>
                <a:schemeClr val="bg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8387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BA3E6-8738-1DE7-BD0D-A6F89130F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8723AB-2B31-AB0C-C20C-C33B38DDE507}"/>
              </a:ext>
            </a:extLst>
          </p:cNvPr>
          <p:cNvSpPr txBox="1"/>
          <p:nvPr/>
        </p:nvSpPr>
        <p:spPr>
          <a:xfrm>
            <a:off x="775504" y="567159"/>
            <a:ext cx="46324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Feature Extraction with TF-IDF</a:t>
            </a:r>
            <a:endParaRPr lang="en-IN" sz="2400" dirty="0"/>
          </a:p>
          <a:p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49E591-CBD0-1D11-5C17-56FD377A8122}"/>
              </a:ext>
            </a:extLst>
          </p:cNvPr>
          <p:cNvSpPr txBox="1"/>
          <p:nvPr/>
        </p:nvSpPr>
        <p:spPr>
          <a:xfrm>
            <a:off x="879676" y="1102489"/>
            <a:ext cx="57834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Once the vocabulary was finalized, the resumes were converted into </a:t>
            </a:r>
            <a:r>
              <a:rPr lang="en-IN" b="1"/>
              <a:t>numerical feature vectors</a:t>
            </a:r>
            <a:r>
              <a:rPr lang="en-IN"/>
              <a:t> using </a:t>
            </a:r>
            <a:r>
              <a:rPr lang="en-IN" b="1"/>
              <a:t>TF-IDF (Term Frequency – Inverse Document Frequency)</a:t>
            </a:r>
            <a:r>
              <a:rPr lang="en-IN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31721A-BCEF-8CFE-9617-4AF8674310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04" y="2319402"/>
            <a:ext cx="5146827" cy="3035460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057DE37-34EF-D223-A643-39298A763FCE}"/>
              </a:ext>
            </a:extLst>
          </p:cNvPr>
          <p:cNvSpPr txBox="1"/>
          <p:nvPr/>
        </p:nvSpPr>
        <p:spPr>
          <a:xfrm>
            <a:off x="1770926" y="5648445"/>
            <a:ext cx="51468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40000"/>
                    <a:lumOff val="60000"/>
                  </a:schemeClr>
                </a:solidFill>
              </a:rPr>
              <a:t>TF-IDF highlights words that are </a:t>
            </a:r>
            <a:r>
              <a:rPr lang="en-IN" b="1" dirty="0">
                <a:solidFill>
                  <a:schemeClr val="bg1">
                    <a:lumMod val="40000"/>
                    <a:lumOff val="60000"/>
                  </a:schemeClr>
                </a:solidFill>
              </a:rPr>
              <a:t>important in a given resume but less frequent across all resumes</a:t>
            </a:r>
            <a:r>
              <a:rPr lang="en-IN" dirty="0">
                <a:solidFill>
                  <a:schemeClr val="bg1">
                    <a:lumMod val="40000"/>
                    <a:lumOff val="60000"/>
                  </a:schemeClr>
                </a:solidFill>
              </a:rPr>
              <a:t>, making it well-suited for personality prediction.</a:t>
            </a:r>
          </a:p>
          <a:p>
            <a:endParaRPr lang="en-IN" dirty="0">
              <a:solidFill>
                <a:schemeClr val="bg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6FC3BC-E50A-6EF9-9D11-DBEE227C032A}"/>
              </a:ext>
            </a:extLst>
          </p:cNvPr>
          <p:cNvSpPr txBox="1"/>
          <p:nvPr/>
        </p:nvSpPr>
        <p:spPr>
          <a:xfrm>
            <a:off x="7168588" y="3986379"/>
            <a:ext cx="65049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Train-Test Split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B06388D-D72B-C991-42FF-6937BE0C19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9087" y="4516223"/>
            <a:ext cx="2499064" cy="2264443"/>
          </a:xfrm>
          <a:prstGeom prst="rect">
            <a:avLst/>
          </a:prstGeom>
          <a:noFill/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9416A55-2E98-E9B6-ACE7-97A40E319AD1}"/>
              </a:ext>
            </a:extLst>
          </p:cNvPr>
          <p:cNvSpPr txBox="1"/>
          <p:nvPr/>
        </p:nvSpPr>
        <p:spPr>
          <a:xfrm>
            <a:off x="10421074" y="4771282"/>
            <a:ext cx="17198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>
                    <a:lumMod val="40000"/>
                    <a:lumOff val="60000"/>
                  </a:schemeClr>
                </a:solidFill>
              </a:rPr>
              <a:t>Train-Test Split Pie Chart (80% training, 20% testing).</a:t>
            </a:r>
            <a:endParaRPr lang="en-IN" dirty="0">
              <a:solidFill>
                <a:schemeClr val="bg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3CE45C-5FB6-D2F7-FC41-0D1D09D4D684}"/>
              </a:ext>
            </a:extLst>
          </p:cNvPr>
          <p:cNvSpPr txBox="1"/>
          <p:nvPr/>
        </p:nvSpPr>
        <p:spPr>
          <a:xfrm>
            <a:off x="6663160" y="520992"/>
            <a:ext cx="46324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Features by Correlation Matrix</a:t>
            </a:r>
            <a:endParaRPr lang="en-IN" sz="24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705C119-1B4D-0750-1032-64D4DBA3C9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4694" y="1102489"/>
            <a:ext cx="2972759" cy="2707377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37D0C76-2B83-C0E0-7DC6-F7EADC87DF4D}"/>
              </a:ext>
            </a:extLst>
          </p:cNvPr>
          <p:cNvSpPr txBox="1"/>
          <p:nvPr/>
        </p:nvSpPr>
        <p:spPr>
          <a:xfrm>
            <a:off x="6931563" y="1102489"/>
            <a:ext cx="18192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40000"/>
                    <a:lumOff val="60000"/>
                  </a:schemeClr>
                </a:solidFill>
              </a:rPr>
              <a:t>we computed correlations between features and labels using </a:t>
            </a:r>
            <a:r>
              <a:rPr lang="en-US" b="1" dirty="0">
                <a:solidFill>
                  <a:schemeClr val="bg1">
                    <a:lumMod val="40000"/>
                    <a:lumOff val="60000"/>
                  </a:schemeClr>
                </a:solidFill>
              </a:rPr>
              <a:t>Correlation Matrix feature selection</a:t>
            </a:r>
            <a:r>
              <a:rPr lang="en-US" dirty="0">
                <a:solidFill>
                  <a:schemeClr val="bg1">
                    <a:lumMod val="40000"/>
                    <a:lumOff val="60000"/>
                  </a:schemeClr>
                </a:solidFill>
              </a:rPr>
              <a:t>.</a:t>
            </a:r>
            <a:endParaRPr lang="en-IN" dirty="0">
              <a:solidFill>
                <a:schemeClr val="bg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055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BB16D-2F4A-F938-64C3-F8B6808F5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9952" y="365731"/>
            <a:ext cx="6295061" cy="2452897"/>
          </a:xfrm>
        </p:spPr>
        <p:txBody>
          <a:bodyPr/>
          <a:lstStyle/>
          <a:p>
            <a:r>
              <a:rPr lang="en-US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anose="0204060206030A020304" pitchFamily="18" charset="0"/>
              </a:rPr>
              <a:t>Models used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CE1C32-E3BE-E820-0C0D-D82105EBFB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976824" y="1197310"/>
            <a:ext cx="9579863" cy="29841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cs typeface="Calibri" panose="020F0502020204030204"/>
              </a:rPr>
              <a:t>The Machine Learning models used for this project are:</a:t>
            </a:r>
          </a:p>
          <a:p>
            <a:endParaRPr lang="en-US" sz="2800" dirty="0">
              <a:cs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FE0A8D-BE31-C0AA-819B-FC35159CEC38}"/>
              </a:ext>
            </a:extLst>
          </p:cNvPr>
          <p:cNvSpPr txBox="1"/>
          <p:nvPr/>
        </p:nvSpPr>
        <p:spPr>
          <a:xfrm>
            <a:off x="1640391" y="2239772"/>
            <a:ext cx="43409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🔹Supervised Learning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F3E2B7-0E79-1EC8-8198-B326152485EF}"/>
              </a:ext>
            </a:extLst>
          </p:cNvPr>
          <p:cNvSpPr txBox="1"/>
          <p:nvPr/>
        </p:nvSpPr>
        <p:spPr>
          <a:xfrm>
            <a:off x="2127438" y="2676579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Logistic Regression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F09F5D-78BE-4B31-4C99-B8B3E9BD37D7}"/>
              </a:ext>
            </a:extLst>
          </p:cNvPr>
          <p:cNvSpPr txBox="1"/>
          <p:nvPr/>
        </p:nvSpPr>
        <p:spPr>
          <a:xfrm>
            <a:off x="2127438" y="30761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Random Forest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362E1B-F4DD-0C1C-65CF-9525DA5D3713}"/>
              </a:ext>
            </a:extLst>
          </p:cNvPr>
          <p:cNvSpPr txBox="1"/>
          <p:nvPr/>
        </p:nvSpPr>
        <p:spPr>
          <a:xfrm>
            <a:off x="6426589" y="224028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🔹 Unsupervised Learning Models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521A2C-B37D-753C-7855-CA529D69B3D6}"/>
              </a:ext>
            </a:extLst>
          </p:cNvPr>
          <p:cNvSpPr txBox="1"/>
          <p:nvPr/>
        </p:nvSpPr>
        <p:spPr>
          <a:xfrm>
            <a:off x="6937952" y="27200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K-Means Clustering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F49CFD-A61E-A3D3-A644-5A4C7DFA0A08}"/>
              </a:ext>
            </a:extLst>
          </p:cNvPr>
          <p:cNvSpPr txBox="1"/>
          <p:nvPr/>
        </p:nvSpPr>
        <p:spPr>
          <a:xfrm>
            <a:off x="6937952" y="312547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Hierarchical Clustering</a:t>
            </a:r>
          </a:p>
        </p:txBody>
      </p:sp>
    </p:spTree>
    <p:extLst>
      <p:ext uri="{BB962C8B-B14F-4D97-AF65-F5344CB8AC3E}">
        <p14:creationId xmlns:p14="http://schemas.microsoft.com/office/powerpoint/2010/main" val="1834936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EE62F-F757-97CA-69BF-74C05CF95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797" y="466578"/>
            <a:ext cx="10930128" cy="1132258"/>
          </a:xfrm>
        </p:spPr>
        <p:txBody>
          <a:bodyPr/>
          <a:lstStyle/>
          <a:p>
            <a:r>
              <a:rPr lang="en-US" i="0" dirty="0">
                <a:latin typeface="Footlight MT Light" panose="0204060206030A020304" pitchFamily="18" charset="0"/>
              </a:rPr>
              <a:t>Logistic Regression(supervised)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384BB1-16D4-8510-7BFE-056208DE46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17797" y="1395236"/>
            <a:ext cx="5945711" cy="4351338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Logistic Regression:</a:t>
            </a:r>
            <a:r>
              <a:rPr lang="en-US" sz="1800" dirty="0"/>
              <a:t> is a popular and foundational model used for classification tasks, especially when the outcome variable is binary (i.e., it has two possible classes). Despite its name, logistic regression is not a regression model in the traditional sense (which predicts continuous outcomes); rather, it is used for predicting categorical outcomes. 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E82616-224C-DC6E-0F91-81634111B5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9578" y="3906916"/>
            <a:ext cx="6281604" cy="2144225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Lato" panose="020F0502020204030203" pitchFamily="34" charset="0"/>
              </a:rPr>
              <a:t>The Logistic regression equation can be obtained from the equation. We know the equation of the straight line can be written as: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122" name="Picture 2" descr="Logistic Regression in Machine Learning">
            <a:extLst>
              <a:ext uri="{FF2B5EF4-FFF2-40B4-BE49-F238E27FC236}">
                <a16:creationId xmlns:a16="http://schemas.microsoft.com/office/drawing/2014/main" id="{915A1753-BCD9-18D3-F9F0-0B43C8AE8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6479" y="4565969"/>
            <a:ext cx="3905250" cy="31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Logistic Regression in Machine Learning">
            <a:extLst>
              <a:ext uri="{FF2B5EF4-FFF2-40B4-BE49-F238E27FC236}">
                <a16:creationId xmlns:a16="http://schemas.microsoft.com/office/drawing/2014/main" id="{BE44D24C-7486-859A-FDEF-10CD158E53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6479" y="5330896"/>
            <a:ext cx="2933700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Logistic Regression in Machine Learning">
            <a:extLst>
              <a:ext uri="{FF2B5EF4-FFF2-40B4-BE49-F238E27FC236}">
                <a16:creationId xmlns:a16="http://schemas.microsoft.com/office/drawing/2014/main" id="{1A8CDC52-C256-F8E8-53BB-89C304C9C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8692" y="6229498"/>
            <a:ext cx="4143375" cy="4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D91613-A391-8C14-C6B7-D331C3C12E26}"/>
              </a:ext>
            </a:extLst>
          </p:cNvPr>
          <p:cNvSpPr txBox="1"/>
          <p:nvPr/>
        </p:nvSpPr>
        <p:spPr>
          <a:xfrm>
            <a:off x="1079578" y="4909651"/>
            <a:ext cx="8196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1600" dirty="0">
                <a:latin typeface="Lato" panose="020F0502020204030203" pitchFamily="34" charset="0"/>
              </a:rPr>
              <a:t>In this, y can be between 0 and 1 only, so for this let’s divide the above equation by (1-y):</a:t>
            </a:r>
          </a:p>
          <a:p>
            <a:endParaRPr lang="en-IN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082E3E-7B51-536D-1C71-442CAA5D69D5}"/>
              </a:ext>
            </a:extLst>
          </p:cNvPr>
          <p:cNvSpPr txBox="1"/>
          <p:nvPr/>
        </p:nvSpPr>
        <p:spPr>
          <a:xfrm>
            <a:off x="1017797" y="5839492"/>
            <a:ext cx="83150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Lato" panose="020F0502020204030203" pitchFamily="34" charset="0"/>
              </a:rPr>
              <a:t>But we need range between -[infinity] to +[infinity], then take logarithm of the equation: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Lato" panose="020F0502020204030203" pitchFamily="34" charset="0"/>
              </a:rPr>
              <a:t>   </a:t>
            </a:r>
            <a:endParaRPr lang="en-IN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2933AC1-418E-4DA2-93DB-D5F3894EB9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2709" y="1345731"/>
            <a:ext cx="3322147" cy="2511680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B60FF1D-E691-7608-6CE5-1CD6B4B888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7770" y="4383531"/>
            <a:ext cx="2801829" cy="2221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32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3153D-915E-B26E-77A0-B0A60D95B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027" y="373855"/>
            <a:ext cx="8911649" cy="2240279"/>
          </a:xfrm>
        </p:spPr>
        <p:txBody>
          <a:bodyPr/>
          <a:lstStyle/>
          <a:p>
            <a:r>
              <a:rPr lang="en-US" i="0" dirty="0">
                <a:latin typeface="Footlight MT Light" panose="0204060206030A020304" pitchFamily="18" charset="0"/>
              </a:rPr>
              <a:t>Random Forest(supervised)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788B62-FE63-4459-6CF5-C4BAA2EC230E}"/>
              </a:ext>
            </a:extLst>
          </p:cNvPr>
          <p:cNvSpPr txBox="1"/>
          <p:nvPr/>
        </p:nvSpPr>
        <p:spPr>
          <a:xfrm>
            <a:off x="592015" y="1368903"/>
            <a:ext cx="67466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Random Forest is an ensemble method that combines multiple decision trees to improve classification accuracy and robustness. Each tree is trained on a random subset of the data, and the final classification is made by majority vote among the trees.</a:t>
            </a:r>
            <a:endParaRPr lang="en-IN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879BEBF-ADF8-2BBA-5BB5-82208C7BE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815" y="3359846"/>
            <a:ext cx="790721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Handles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high-dimensional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like resumes (thousands of words).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Captures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complex, non-linear patterns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personality traits.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More robust and less prone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overfitting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than single decision trees.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0C2F9A-CD74-1447-106F-63CB996D655C}"/>
              </a:ext>
            </a:extLst>
          </p:cNvPr>
          <p:cNvSpPr txBox="1"/>
          <p:nvPr/>
        </p:nvSpPr>
        <p:spPr>
          <a:xfrm>
            <a:off x="592015" y="2853280"/>
            <a:ext cx="2559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 Random Forest?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0CE6F7E3-4E61-7AF0-078D-28F591E9B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815" y="5027432"/>
            <a:ext cx="790721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Trained on resume text features (TF-IDF vectors).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Compared against Logistic Regression and clustering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Showed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good 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but more complex than Logistic Regression.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9F099B-F4F0-45A0-9B3F-3E28E066C599}"/>
              </a:ext>
            </a:extLst>
          </p:cNvPr>
          <p:cNvSpPr txBox="1"/>
          <p:nvPr/>
        </p:nvSpPr>
        <p:spPr>
          <a:xfrm>
            <a:off x="596030" y="4471366"/>
            <a:ext cx="2601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 in Project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06B709D-F6FD-22D7-6EEA-DE4DE83A94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6206" y="1830568"/>
            <a:ext cx="3757482" cy="3720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982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72092-1D93-1C42-71C9-4C3CD1035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846" y="384517"/>
            <a:ext cx="5709139" cy="1132258"/>
          </a:xfrm>
        </p:spPr>
        <p:txBody>
          <a:bodyPr/>
          <a:lstStyle/>
          <a:p>
            <a:r>
              <a:rPr lang="en-IN" i="0" dirty="0">
                <a:latin typeface="Footlight MT Light" panose="0204060206030A020304" pitchFamily="18" charset="0"/>
              </a:rPr>
              <a:t>Clustering Models </a:t>
            </a:r>
            <a:endParaRPr lang="en-US" i="0" dirty="0">
              <a:latin typeface="Footlight MT Light" panose="0204060206030A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6E1B4-A347-302C-9DCA-AD5D9A8DE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017" y="1962252"/>
            <a:ext cx="4815137" cy="42964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Clustering</a:t>
            </a:r>
            <a:r>
              <a:rPr lang="en-US" sz="1800" dirty="0"/>
              <a:t> and models are used in </a:t>
            </a:r>
            <a:r>
              <a:rPr lang="en-US" sz="1800" b="1" dirty="0"/>
              <a:t>unsupervised learning</a:t>
            </a:r>
            <a:r>
              <a:rPr lang="en-US" sz="1800" dirty="0"/>
              <a:t> to group similar data points into clusters based on their features. The goal is to find natural groupings within the data without predefined labels.</a:t>
            </a:r>
            <a:endParaRPr lang="en-IN" sz="1800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C74C6EB-2A40-B6EC-35B5-AC01B9584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846" y="3864272"/>
            <a:ext cx="481513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K-Means: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Groups resumes into similar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   clusters.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Hierarchical: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Creates nested clusters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   for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Useful for exploring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hidden personality patterns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but less accurate.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A0861A-3997-7D8B-B146-4489F9F194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4986" y="67803"/>
            <a:ext cx="6131168" cy="33611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89FC06-D708-F740-9B28-880CAA3EC7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4986" y="3555713"/>
            <a:ext cx="6131168" cy="323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043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47223-A893-96A6-F0E7-83F317B9BE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649" y="644769"/>
            <a:ext cx="9484461" cy="4054277"/>
          </a:xfrm>
        </p:spPr>
        <p:txBody>
          <a:bodyPr>
            <a:normAutofit/>
          </a:bodyPr>
          <a:lstStyle/>
          <a:p>
            <a:r>
              <a:rPr lang="en-US" sz="5400" i="0" dirty="0">
                <a:latin typeface="Footlight MT Light" panose="0204060206030A020304" pitchFamily="18" charset="0"/>
              </a:rPr>
              <a:t> Accuracy comparison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0E3732-7947-982C-C7A5-77A21F367A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1999" y="1478756"/>
            <a:ext cx="4458352" cy="3619133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4A9823D-026D-A8EF-3570-DBD43DE62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358" y="1395496"/>
            <a:ext cx="703656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Models were evaluated on the resume dataset using accuracy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     as the metric.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Supervised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outperformed unsupervised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Random Forest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 close, showing robustness but slightly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     more complex.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achieved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 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Clustering models (K-Means, Hierarchical)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showed weaker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</a:t>
            </a:r>
            <a:r>
              <a:rPr lang="en-US" altLang="en-US" dirty="0">
                <a:latin typeface="Arial" panose="020B0604020202020204" pitchFamily="34" charset="0"/>
              </a:rPr>
              <a:t>alignment with true labels.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D708C06-B81A-DFFD-6617-A8D991C4D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786495"/>
              </p:ext>
            </p:extLst>
          </p:nvPr>
        </p:nvGraphicFramePr>
        <p:xfrm>
          <a:off x="1500554" y="3895379"/>
          <a:ext cx="5556739" cy="1864155"/>
        </p:xfrm>
        <a:graphic>
          <a:graphicData uri="http://schemas.openxmlformats.org/drawingml/2006/table">
            <a:tbl>
              <a:tblPr/>
              <a:tblGrid>
                <a:gridCol w="2708786">
                  <a:extLst>
                    <a:ext uri="{9D8B030D-6E8A-4147-A177-3AD203B41FA5}">
                      <a16:colId xmlns:a16="http://schemas.microsoft.com/office/drawing/2014/main" val="3240467484"/>
                    </a:ext>
                  </a:extLst>
                </a:gridCol>
                <a:gridCol w="2847953">
                  <a:extLst>
                    <a:ext uri="{9D8B030D-6E8A-4147-A177-3AD203B41FA5}">
                      <a16:colId xmlns:a16="http://schemas.microsoft.com/office/drawing/2014/main" val="2072345908"/>
                    </a:ext>
                  </a:extLst>
                </a:gridCol>
              </a:tblGrid>
              <a:tr h="169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Model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Accuracy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859138"/>
                  </a:ext>
                </a:extLst>
              </a:tr>
              <a:tr h="401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Logistic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0.87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935991"/>
                  </a:ext>
                </a:extLst>
              </a:tr>
              <a:tr h="169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0.85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095144"/>
                  </a:ext>
                </a:extLst>
              </a:tr>
              <a:tr h="169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K-Means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0.57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76107"/>
                  </a:ext>
                </a:extLst>
              </a:tr>
              <a:tr h="169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Hierarchical Clustering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0.54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0776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16787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3FE5A-4462-9EB0-2243-0F472F0C7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520701"/>
            <a:ext cx="7837662" cy="1116975"/>
          </a:xfrm>
        </p:spPr>
        <p:txBody>
          <a:bodyPr/>
          <a:lstStyle/>
          <a:p>
            <a:r>
              <a:rPr lang="en-US" i="0" dirty="0">
                <a:latin typeface="Footlight MT Light" panose="0204060206030A020304" pitchFamily="18" charset="0"/>
              </a:rPr>
              <a:t>Inference</a:t>
            </a:r>
            <a:endParaRPr lang="en-IN" i="0" dirty="0">
              <a:latin typeface="Footlight MT Light" panose="0204060206030A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EC1DB-2A43-2562-CE24-A798921723F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5175" y="1997075"/>
            <a:ext cx="9492517" cy="4462340"/>
          </a:xfrm>
        </p:spPr>
        <p:txBody>
          <a:bodyPr>
            <a:normAutofit/>
          </a:bodyPr>
          <a:lstStyle/>
          <a:p>
            <a:r>
              <a:rPr lang="en-IN" dirty="0"/>
              <a:t>✅</a:t>
            </a:r>
            <a:r>
              <a:rPr lang="en-US" b="1" dirty="0"/>
              <a:t>Logistic Regression</a:t>
            </a:r>
            <a:r>
              <a:rPr lang="en-US" dirty="0"/>
              <a:t> provided the </a:t>
            </a:r>
            <a:r>
              <a:rPr lang="en-US" b="1" dirty="0"/>
              <a:t>best balance of accuracy (0.87) and </a:t>
            </a:r>
            <a:r>
              <a:rPr lang="en-US" b="1" dirty="0" err="1"/>
              <a:t>simplicity</a:t>
            </a:r>
            <a:r>
              <a:rPr lang="en-US" dirty="0" err="1"/>
              <a:t>.</a:t>
            </a:r>
            <a:r>
              <a:rPr lang="en-US" b="1" dirty="0" err="1"/>
              <a:t>Random</a:t>
            </a:r>
            <a:r>
              <a:rPr lang="en-US" b="1" dirty="0"/>
              <a:t> Forest</a:t>
            </a:r>
            <a:r>
              <a:rPr lang="en-US" dirty="0"/>
              <a:t>     was stable but more complex.</a:t>
            </a:r>
          </a:p>
          <a:p>
            <a:r>
              <a:rPr lang="en-IN" dirty="0"/>
              <a:t>✅</a:t>
            </a:r>
            <a:r>
              <a:rPr lang="en-US" b="1" dirty="0"/>
              <a:t>Random Forest</a:t>
            </a:r>
            <a:r>
              <a:rPr lang="en-US" dirty="0"/>
              <a:t> performed well (0.85) but was more complex and harder to </a:t>
            </a:r>
            <a:r>
              <a:rPr lang="en-US" dirty="0" err="1"/>
              <a:t>interpret.</a:t>
            </a:r>
            <a:r>
              <a:rPr lang="en-US" b="1" dirty="0" err="1"/>
              <a:t>Supervised</a:t>
            </a:r>
            <a:r>
              <a:rPr lang="en-US" b="1" dirty="0"/>
              <a:t> ML &gt; Unsupervised ML</a:t>
            </a:r>
            <a:r>
              <a:rPr lang="en-US" dirty="0"/>
              <a:t> for this problem.</a:t>
            </a:r>
          </a:p>
          <a:p>
            <a:r>
              <a:rPr lang="en-IN" dirty="0"/>
              <a:t>⚠️</a:t>
            </a:r>
            <a:r>
              <a:rPr lang="en-US" b="1" dirty="0"/>
              <a:t>K-Means (0.57) and Hierarchical Clustering (0.54)</a:t>
            </a:r>
            <a:r>
              <a:rPr lang="en-US" dirty="0"/>
              <a:t> showed </a:t>
            </a:r>
            <a:r>
              <a:rPr lang="en-US" b="1" dirty="0"/>
              <a:t>weak alignment</a:t>
            </a:r>
            <a:r>
              <a:rPr lang="en-US" dirty="0"/>
              <a:t> with true personality labels.</a:t>
            </a:r>
          </a:p>
          <a:p>
            <a:r>
              <a:rPr lang="en-IN" dirty="0"/>
              <a:t>⚠️</a:t>
            </a:r>
            <a:r>
              <a:rPr lang="en-US" b="1" dirty="0"/>
              <a:t>Supervised Learning models outperformed Unsupervised Learning</a:t>
            </a:r>
            <a:r>
              <a:rPr lang="en-US" dirty="0"/>
              <a:t> for this problem.</a:t>
            </a:r>
          </a:p>
          <a:p>
            <a:r>
              <a:rPr lang="en-IN" dirty="0"/>
              <a:t>✅</a:t>
            </a:r>
            <a:r>
              <a:rPr lang="en-US" dirty="0"/>
              <a:t>Personality prediction from resumes is </a:t>
            </a:r>
            <a:r>
              <a:rPr lang="en-US" b="1" dirty="0"/>
              <a:t>feasible</a:t>
            </a:r>
            <a:r>
              <a:rPr lang="en-US" dirty="0"/>
              <a:t>, but requires:</a:t>
            </a:r>
          </a:p>
          <a:p>
            <a:r>
              <a:rPr lang="en-US" dirty="0"/>
              <a:t>         </a:t>
            </a:r>
          </a:p>
          <a:p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EA1C3B0-A00C-D4D3-8A8E-AA1F32486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970" y="5116344"/>
            <a:ext cx="65614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High-quality labeled datasets.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Better text representation (e.g., embeddings, deep learning).</a:t>
            </a:r>
          </a:p>
        </p:txBody>
      </p:sp>
    </p:spTree>
    <p:extLst>
      <p:ext uri="{BB962C8B-B14F-4D97-AF65-F5344CB8AC3E}">
        <p14:creationId xmlns:p14="http://schemas.microsoft.com/office/powerpoint/2010/main" val="29668333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8ABF3-E0C4-375C-BAEF-59B432D7E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524" y="2237956"/>
            <a:ext cx="5580184" cy="1723644"/>
          </a:xfrm>
        </p:spPr>
        <p:txBody>
          <a:bodyPr/>
          <a:lstStyle/>
          <a:p>
            <a:r>
              <a:rPr lang="en-US" sz="4800" i="0" dirty="0">
                <a:latin typeface="Footlight MT Light" panose="0204060206030A020304" pitchFamily="18" charset="0"/>
              </a:rPr>
              <a:t>Future scope of    </a:t>
            </a:r>
            <a:br>
              <a:rPr lang="en-US" sz="4800" i="0" dirty="0">
                <a:latin typeface="Footlight MT Light" panose="0204060206030A020304" pitchFamily="18" charset="0"/>
              </a:rPr>
            </a:br>
            <a:r>
              <a:rPr lang="en-US" sz="4800" i="0" dirty="0">
                <a:latin typeface="Footlight MT Light" panose="0204060206030A020304" pitchFamily="18" charset="0"/>
              </a:rPr>
              <a:t>improvements</a:t>
            </a:r>
            <a:endParaRPr lang="en-IN" sz="4800" i="0" dirty="0">
              <a:latin typeface="Footlight MT Light" panose="0204060206030A020304" pitchFamily="18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78D9C2B3-104A-849D-B3DD-89B61AD71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1783" y="961689"/>
            <a:ext cx="696530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Expand dataset with more diverse resumes.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Use advanced NLP models (Word2Vec, BERT).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Apply deep learning for higher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Develop explainable AI for transparency.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Deploy as a cloud-based HR tool.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Integrate with LinkedIn/job portals.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18C2A70-D01E-05F8-15AF-7DF38712E340}"/>
              </a:ext>
            </a:extLst>
          </p:cNvPr>
          <p:cNvCxnSpPr>
            <a:cxnSpLocks/>
          </p:cNvCxnSpPr>
          <p:nvPr/>
        </p:nvCxnSpPr>
        <p:spPr>
          <a:xfrm>
            <a:off x="5384890" y="750278"/>
            <a:ext cx="0" cy="5169876"/>
          </a:xfrm>
          <a:prstGeom prst="line">
            <a:avLst/>
          </a:prstGeom>
          <a:ln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4634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A87EA-8BB3-79C6-656A-1A8ABD658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8032" y="2261108"/>
            <a:ext cx="10932414" cy="786384"/>
          </a:xfrm>
        </p:spPr>
        <p:txBody>
          <a:bodyPr/>
          <a:lstStyle/>
          <a:p>
            <a:r>
              <a:rPr lang="en-US" sz="9600" i="0" cap="none" dirty="0">
                <a:latin typeface="Berlin Sans FB Demi" panose="020E0802020502020306" pitchFamily="34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230944-8AAB-5C5E-09DC-16843B5B3D8E}"/>
              </a:ext>
            </a:extLst>
          </p:cNvPr>
          <p:cNvSpPr txBox="1"/>
          <p:nvPr/>
        </p:nvSpPr>
        <p:spPr>
          <a:xfrm>
            <a:off x="685800" y="4953000"/>
            <a:ext cx="3905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Asansol Engineering College</a:t>
            </a:r>
            <a:endParaRPr lang="en-I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2D1D35-476B-32AB-4F75-A16E660F146E}"/>
              </a:ext>
            </a:extLst>
          </p:cNvPr>
          <p:cNvSpPr txBox="1"/>
          <p:nvPr/>
        </p:nvSpPr>
        <p:spPr>
          <a:xfrm>
            <a:off x="685800" y="5414665"/>
            <a:ext cx="628608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Sharmistha Das (</a:t>
            </a:r>
            <a:r>
              <a:rPr lang="en-IN" dirty="0">
                <a:hlinkClick r:id="rId2"/>
              </a:rPr>
              <a:t>aec.cse.sharmisthaj904@gmail.com</a:t>
            </a:r>
            <a:r>
              <a:rPr lang="en-I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Rishika Mishra (</a:t>
            </a:r>
            <a:r>
              <a:rPr lang="en-IN" dirty="0">
                <a:hlinkClick r:id="rId3"/>
              </a:rPr>
              <a:t>aec.cse.rishikamishra@gmail.com</a:t>
            </a:r>
            <a:r>
              <a:rPr lang="en-I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Ragini Gupta (</a:t>
            </a:r>
            <a:r>
              <a:rPr lang="en-IN" dirty="0">
                <a:hlinkClick r:id="rId4"/>
              </a:rPr>
              <a:t>aec.cse.raginigupta555@gmail.com</a:t>
            </a:r>
            <a:r>
              <a:rPr lang="en-I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Shreya Banerjee (</a:t>
            </a:r>
            <a:r>
              <a:rPr lang="en-IN" dirty="0">
                <a:hlinkClick r:id="rId5"/>
              </a:rPr>
              <a:t>aec.cse.shreyabanerjee002@gmail.com</a:t>
            </a:r>
            <a:r>
              <a:rPr lang="en-IN" dirty="0"/>
              <a:t>)</a:t>
            </a:r>
          </a:p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72732094"/>
      </p:ext>
    </p:extLst>
  </p:cSld>
  <p:clrMapOvr>
    <a:masterClrMapping/>
  </p:clrMapOvr>
</p:sld>
</file>

<file path=ppt/theme/theme1.xml><?xml version="1.0" encoding="utf-8"?>
<a:theme xmlns:a="http://schemas.openxmlformats.org/drawingml/2006/main" name="Refined Monochrome">
  <a:themeElements>
    <a:clrScheme name="Custom 57">
      <a:dk1>
        <a:srgbClr val="113D61"/>
      </a:dk1>
      <a:lt1>
        <a:srgbClr val="DCEBFF"/>
      </a:lt1>
      <a:dk2>
        <a:srgbClr val="000000"/>
      </a:dk2>
      <a:lt2>
        <a:srgbClr val="FFFFFF"/>
      </a:lt2>
      <a:accent1>
        <a:srgbClr val="3855B4"/>
      </a:accent1>
      <a:accent2>
        <a:srgbClr val="8E0000"/>
      </a:accent2>
      <a:accent3>
        <a:srgbClr val="DE0000"/>
      </a:accent3>
      <a:accent4>
        <a:srgbClr val="FFDCF2"/>
      </a:accent4>
      <a:accent5>
        <a:srgbClr val="DED2E3"/>
      </a:accent5>
      <a:accent6>
        <a:srgbClr val="F7F4F1"/>
      </a:accent6>
      <a:hlink>
        <a:srgbClr val="169C9A"/>
      </a:hlink>
      <a:folHlink>
        <a:srgbClr val="E15C3D"/>
      </a:folHlink>
    </a:clrScheme>
    <a:fontScheme name="Custom 23">
      <a:majorFont>
        <a:latin typeface="Bodoni MT"/>
        <a:ea typeface=""/>
        <a:cs typeface=""/>
      </a:majorFont>
      <a:minorFont>
        <a:latin typeface="Trade Gothic N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fined Monochrome_Sales Presentation_win32_LW_V3" id="{5CA088F4-77D6-4E20-827C-8AA84F124F2F}" vid="{4489657A-662E-4C81-B6D3-306CF5BE480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2185BFC-6E97-4C88-9034-F2A7ED1C005E}">
  <ds:schemaRefs>
    <ds:schemaRef ds:uri="230e9df3-be65-4c73-a93b-d1236ebd677e"/>
    <ds:schemaRef ds:uri="http://purl.org/dc/elements/1.1/"/>
    <ds:schemaRef ds:uri="16c05727-aa75-4e4a-9b5f-8a80a1165891"/>
    <ds:schemaRef ds:uri="http://schemas.microsoft.com/sharepoint/v3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71af3243-3dd4-4a8d-8c0d-dd76da1f02a5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881A4212-02C6-475D-B332-DC5017D045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BAF2CE-2C32-498E-B467-6C60C376794B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596</TotalTime>
  <Words>1581</Words>
  <Application>Microsoft Office PowerPoint</Application>
  <PresentationFormat>Widescreen</PresentationFormat>
  <Paragraphs>264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Aptos</vt:lpstr>
      <vt:lpstr>Arial</vt:lpstr>
      <vt:lpstr>Berlin Sans FB Demi</vt:lpstr>
      <vt:lpstr>Bodoni MT</vt:lpstr>
      <vt:lpstr>Calibri</vt:lpstr>
      <vt:lpstr>Footlight MT Light</vt:lpstr>
      <vt:lpstr>Lato</vt:lpstr>
      <vt:lpstr>Microsoft Sans Serif</vt:lpstr>
      <vt:lpstr>Trade Gothic Next</vt:lpstr>
      <vt:lpstr>Wingdings</vt:lpstr>
      <vt:lpstr>Refined Monochrome</vt:lpstr>
      <vt:lpstr>Personality Detection from Resume</vt:lpstr>
      <vt:lpstr>Contents</vt:lpstr>
      <vt:lpstr>       </vt:lpstr>
      <vt:lpstr>Data description </vt:lpstr>
      <vt:lpstr>PowerPoint Presentation</vt:lpstr>
      <vt:lpstr>PowerPoint Presentation</vt:lpstr>
      <vt:lpstr>PowerPoint Presentation</vt:lpstr>
      <vt:lpstr>Methodology</vt:lpstr>
      <vt:lpstr>Data preprocessing</vt:lpstr>
      <vt:lpstr>PowerPoint Presentation</vt:lpstr>
      <vt:lpstr>Models used</vt:lpstr>
      <vt:lpstr>Logistic Regression(supervised)</vt:lpstr>
      <vt:lpstr>Random Forest(supervised)</vt:lpstr>
      <vt:lpstr>Clustering Models </vt:lpstr>
      <vt:lpstr> Accuracy comparison</vt:lpstr>
      <vt:lpstr>Inference</vt:lpstr>
      <vt:lpstr>Future scope of     improvements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RISHIKA MISHRA</cp:lastModifiedBy>
  <cp:revision>7</cp:revision>
  <dcterms:created xsi:type="dcterms:W3CDTF">2024-06-26T20:20:27Z</dcterms:created>
  <dcterms:modified xsi:type="dcterms:W3CDTF">2025-09-04T08:38:09Z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